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handoutMasterIdLst>
    <p:handoutMasterId r:id="rId32"/>
  </p:handoutMasterIdLst>
  <p:sldIdLst>
    <p:sldId id="256" r:id="rId5"/>
    <p:sldId id="257" r:id="rId6"/>
    <p:sldId id="265" r:id="rId7"/>
    <p:sldId id="272" r:id="rId8"/>
    <p:sldId id="258" r:id="rId9"/>
    <p:sldId id="279" r:id="rId10"/>
    <p:sldId id="280" r:id="rId11"/>
    <p:sldId id="290" r:id="rId12"/>
    <p:sldId id="281" r:id="rId13"/>
    <p:sldId id="282" r:id="rId14"/>
    <p:sldId id="283" r:id="rId15"/>
    <p:sldId id="284" r:id="rId16"/>
    <p:sldId id="275" r:id="rId17"/>
    <p:sldId id="285" r:id="rId18"/>
    <p:sldId id="286" r:id="rId19"/>
    <p:sldId id="287" r:id="rId20"/>
    <p:sldId id="288" r:id="rId21"/>
    <p:sldId id="289" r:id="rId22"/>
    <p:sldId id="276" r:id="rId23"/>
    <p:sldId id="291" r:id="rId24"/>
    <p:sldId id="292" r:id="rId25"/>
    <p:sldId id="293" r:id="rId26"/>
    <p:sldId id="294" r:id="rId27"/>
    <p:sldId id="295" r:id="rId28"/>
    <p:sldId id="296" r:id="rId29"/>
    <p:sldId id="26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6D9F66E-5EB9-4882-86FB-DCBF35E3C3E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5" autoAdjust="0"/>
  </p:normalViewPr>
  <p:slideViewPr>
    <p:cSldViewPr snapToGrid="0">
      <p:cViewPr varScale="1">
        <p:scale>
          <a:sx n="85" d="100"/>
          <a:sy n="85" d="100"/>
        </p:scale>
        <p:origin x="590" y="53"/>
      </p:cViewPr>
      <p:guideLst/>
    </p:cSldViewPr>
  </p:slideViewPr>
  <p:outlineViewPr>
    <p:cViewPr>
      <p:scale>
        <a:sx n="33" d="100"/>
        <a:sy n="33" d="100"/>
      </p:scale>
      <p:origin x="0" y="-7421"/>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2386"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Monthly</a:t>
            </a:r>
            <a:r>
              <a:rPr lang="en-US" baseline="0" dirty="0"/>
              <a:t> Sales Per Branch</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c:v>
                </c:pt>
              </c:strCache>
            </c:strRef>
          </c:tx>
          <c:spPr>
            <a:solidFill>
              <a:schemeClr val="accent6"/>
            </a:solidFill>
            <a:ln>
              <a:noFill/>
            </a:ln>
            <a:effectLst/>
          </c:spPr>
          <c:invertIfNegative val="0"/>
          <c:cat>
            <c:strRef>
              <c:f>Sheet1!$A$2:$A$4</c:f>
              <c:strCache>
                <c:ptCount val="3"/>
                <c:pt idx="0">
                  <c:v>2019-01</c:v>
                </c:pt>
                <c:pt idx="1">
                  <c:v>2019-02</c:v>
                </c:pt>
                <c:pt idx="2">
                  <c:v>2019-03</c:v>
                </c:pt>
              </c:strCache>
            </c:strRef>
          </c:cat>
          <c:val>
            <c:numRef>
              <c:f>Sheet1!$B$2:$B$4</c:f>
              <c:numCache>
                <c:formatCode>General</c:formatCode>
                <c:ptCount val="3"/>
                <c:pt idx="0">
                  <c:v>38681.129999999997</c:v>
                </c:pt>
                <c:pt idx="1">
                  <c:v>29860.12</c:v>
                </c:pt>
                <c:pt idx="2">
                  <c:v>37659.120000000003</c:v>
                </c:pt>
              </c:numCache>
            </c:numRef>
          </c:val>
          <c:extLst>
            <c:ext xmlns:c16="http://schemas.microsoft.com/office/drawing/2014/chart" uri="{C3380CC4-5D6E-409C-BE32-E72D297353CC}">
              <c16:uniqueId val="{00000000-3031-49DF-8C6A-F5A9EFBF5569}"/>
            </c:ext>
          </c:extLst>
        </c:ser>
        <c:ser>
          <c:idx val="1"/>
          <c:order val="1"/>
          <c:tx>
            <c:strRef>
              <c:f>Sheet1!$C$1</c:f>
              <c:strCache>
                <c:ptCount val="1"/>
                <c:pt idx="0">
                  <c:v>B</c:v>
                </c:pt>
              </c:strCache>
            </c:strRef>
          </c:tx>
          <c:spPr>
            <a:solidFill>
              <a:schemeClr val="accent5"/>
            </a:solidFill>
            <a:ln>
              <a:noFill/>
            </a:ln>
            <a:effectLst/>
          </c:spPr>
          <c:invertIfNegative val="0"/>
          <c:cat>
            <c:strRef>
              <c:f>Sheet1!$A$2:$A$4</c:f>
              <c:strCache>
                <c:ptCount val="3"/>
                <c:pt idx="0">
                  <c:v>2019-01</c:v>
                </c:pt>
                <c:pt idx="1">
                  <c:v>2019-02</c:v>
                </c:pt>
                <c:pt idx="2">
                  <c:v>2019-03</c:v>
                </c:pt>
              </c:strCache>
            </c:strRef>
          </c:cat>
          <c:val>
            <c:numRef>
              <c:f>Sheet1!$C$2:$C$4</c:f>
              <c:numCache>
                <c:formatCode>General</c:formatCode>
                <c:ptCount val="3"/>
                <c:pt idx="0">
                  <c:v>37176.06</c:v>
                </c:pt>
                <c:pt idx="1">
                  <c:v>34424.269999999997</c:v>
                </c:pt>
                <c:pt idx="2">
                  <c:v>34597.339999999997</c:v>
                </c:pt>
              </c:numCache>
            </c:numRef>
          </c:val>
          <c:extLst>
            <c:ext xmlns:c16="http://schemas.microsoft.com/office/drawing/2014/chart" uri="{C3380CC4-5D6E-409C-BE32-E72D297353CC}">
              <c16:uniqueId val="{00000001-3031-49DF-8C6A-F5A9EFBF5569}"/>
            </c:ext>
          </c:extLst>
        </c:ser>
        <c:ser>
          <c:idx val="2"/>
          <c:order val="2"/>
          <c:tx>
            <c:strRef>
              <c:f>Sheet1!$D$1</c:f>
              <c:strCache>
                <c:ptCount val="1"/>
                <c:pt idx="0">
                  <c:v>C</c:v>
                </c:pt>
              </c:strCache>
            </c:strRef>
          </c:tx>
          <c:spPr>
            <a:solidFill>
              <a:schemeClr val="accent4"/>
            </a:solidFill>
            <a:ln>
              <a:noFill/>
            </a:ln>
            <a:effectLst/>
          </c:spPr>
          <c:invertIfNegative val="0"/>
          <c:cat>
            <c:strRef>
              <c:f>Sheet1!$A$2:$A$4</c:f>
              <c:strCache>
                <c:ptCount val="3"/>
                <c:pt idx="0">
                  <c:v>2019-01</c:v>
                </c:pt>
                <c:pt idx="1">
                  <c:v>2019-02</c:v>
                </c:pt>
                <c:pt idx="2">
                  <c:v>2019-03</c:v>
                </c:pt>
              </c:strCache>
            </c:strRef>
          </c:cat>
          <c:val>
            <c:numRef>
              <c:f>Sheet1!$D$2:$D$4</c:f>
              <c:numCache>
                <c:formatCode>General</c:formatCode>
                <c:ptCount val="3"/>
                <c:pt idx="0">
                  <c:v>40434.68</c:v>
                </c:pt>
                <c:pt idx="1">
                  <c:v>32934.980000000003</c:v>
                </c:pt>
              </c:numCache>
            </c:numRef>
          </c:val>
          <c:extLst>
            <c:ext xmlns:c16="http://schemas.microsoft.com/office/drawing/2014/chart" uri="{C3380CC4-5D6E-409C-BE32-E72D297353CC}">
              <c16:uniqueId val="{00000002-3031-49DF-8C6A-F5A9EFBF5569}"/>
            </c:ext>
          </c:extLst>
        </c:ser>
        <c:dLbls>
          <c:showLegendKey val="0"/>
          <c:showVal val="0"/>
          <c:showCatName val="0"/>
          <c:showSerName val="0"/>
          <c:showPercent val="0"/>
          <c:showBubbleSize val="0"/>
        </c:dLbls>
        <c:gapWidth val="219"/>
        <c:overlap val="-27"/>
        <c:axId val="271876159"/>
        <c:axId val="271877407"/>
      </c:barChart>
      <c:catAx>
        <c:axId val="271876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71877407"/>
        <c:crosses val="autoZero"/>
        <c:auto val="1"/>
        <c:lblAlgn val="ctr"/>
        <c:lblOffset val="100"/>
        <c:noMultiLvlLbl val="0"/>
      </c:catAx>
      <c:valAx>
        <c:axId val="2718774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718761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Profit</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fld id="{9C43A8B1-CC82-4A04-A358-9DB3254B07BC}" type="CELLRANGE">
                      <a:rPr lang="en-US"/>
                      <a:pPr/>
                      <a:t>[CELLRANGE]</a:t>
                    </a:fld>
                    <a:r>
                      <a:rPr lang="en-US" baseline="0"/>
                      <a:t>, </a:t>
                    </a:r>
                  </a:p>
                  <a:p>
                    <a:fld id="{DC2A7568-E5CB-44E6-83B4-D8E190748617}" type="VALUE">
                      <a:rPr lang="en-US" baseline="0"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4B2D-42AA-AD9A-40CEF7B8E0AB}"/>
                </c:ext>
              </c:extLst>
            </c:dLbl>
            <c:dLbl>
              <c:idx val="1"/>
              <c:tx>
                <c:rich>
                  <a:bodyPr/>
                  <a:lstStyle/>
                  <a:p>
                    <a:fld id="{1628C76C-139E-4599-B59B-28713E7C7C34}" type="CELLRANGE">
                      <a:rPr lang="en-US"/>
                      <a:pPr/>
                      <a:t>[CELLRANGE]</a:t>
                    </a:fld>
                    <a:r>
                      <a:rPr lang="en-US" baseline="0"/>
                      <a:t>, </a:t>
                    </a:r>
                  </a:p>
                  <a:p>
                    <a:fld id="{21ED961F-7EF4-44DF-8A5E-65FE89EFAC73}" type="VALUE">
                      <a:rPr lang="en-US" baseline="0"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4B2D-42AA-AD9A-40CEF7B8E0AB}"/>
                </c:ext>
              </c:extLst>
            </c:dLbl>
            <c:dLbl>
              <c:idx val="2"/>
              <c:tx>
                <c:rich>
                  <a:bodyPr/>
                  <a:lstStyle/>
                  <a:p>
                    <a:fld id="{A4BE8ADD-3D4A-4146-88C8-9B9A00494556}" type="CELLRANGE">
                      <a:rPr lang="en-US"/>
                      <a:pPr/>
                      <a:t>[CELLRANGE]</a:t>
                    </a:fld>
                    <a:r>
                      <a:rPr lang="en-US" baseline="0"/>
                      <a:t>, </a:t>
                    </a:r>
                    <a:fld id="{5A5C3FD3-C1BA-4C73-A5FD-06D0F06A2BA0}"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4B2D-42AA-AD9A-40CEF7B8E0A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A</c:v>
                </c:pt>
                <c:pt idx="1">
                  <c:v>B</c:v>
                </c:pt>
                <c:pt idx="2">
                  <c:v>C</c:v>
                </c:pt>
              </c:strCache>
            </c:strRef>
          </c:cat>
          <c:val>
            <c:numRef>
              <c:f>Sheet1!$B$2:$B$4</c:f>
              <c:numCache>
                <c:formatCode>General</c:formatCode>
                <c:ptCount val="3"/>
                <c:pt idx="0">
                  <c:v>1067.49</c:v>
                </c:pt>
                <c:pt idx="1">
                  <c:v>951.82</c:v>
                </c:pt>
                <c:pt idx="2">
                  <c:v>1131.75</c:v>
                </c:pt>
              </c:numCache>
            </c:numRef>
          </c:val>
          <c:extLst>
            <c:ext xmlns:c15="http://schemas.microsoft.com/office/drawing/2012/chart" uri="{02D57815-91ED-43cb-92C2-25804820EDAC}">
              <c15:datalabelsRange>
                <c15:f>Sheet1!$D$2:$D$4</c15:f>
                <c15:dlblRangeCache>
                  <c:ptCount val="3"/>
                  <c:pt idx="0">
                    <c:v>Home and lifestyle</c:v>
                  </c:pt>
                  <c:pt idx="1">
                    <c:v>Sports and travel</c:v>
                  </c:pt>
                  <c:pt idx="2">
                    <c:v>Food and beverages</c:v>
                  </c:pt>
                </c15:dlblRangeCache>
              </c15:datalabelsRange>
            </c:ext>
            <c:ext xmlns:c16="http://schemas.microsoft.com/office/drawing/2014/chart" uri="{C3380CC4-5D6E-409C-BE32-E72D297353CC}">
              <c16:uniqueId val="{00000000-4B2D-42AA-AD9A-40CEF7B8E0AB}"/>
            </c:ext>
          </c:extLst>
        </c:ser>
        <c:dLbls>
          <c:showLegendKey val="0"/>
          <c:showVal val="0"/>
          <c:showCatName val="0"/>
          <c:showSerName val="0"/>
          <c:showPercent val="0"/>
          <c:showBubbleSize val="0"/>
        </c:dLbls>
        <c:gapWidth val="100"/>
        <c:overlap val="-24"/>
        <c:axId val="339275327"/>
        <c:axId val="339277823"/>
      </c:barChart>
      <c:catAx>
        <c:axId val="339275327"/>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39277823"/>
        <c:crosses val="autoZero"/>
        <c:auto val="1"/>
        <c:lblAlgn val="ctr"/>
        <c:lblOffset val="100"/>
        <c:noMultiLvlLbl val="0"/>
      </c:catAx>
      <c:valAx>
        <c:axId val="3392778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392753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a:t>Popular Payment By City</a:t>
            </a:r>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Payment_Count</c:v>
                </c:pt>
              </c:strCache>
            </c:strRef>
          </c:tx>
          <c:spPr>
            <a:solidFill>
              <a:schemeClr val="accent6"/>
            </a:solidFill>
            <a:ln>
              <a:noFill/>
            </a:ln>
            <a:effectLst/>
          </c:spPr>
          <c:invertIfNegative val="0"/>
          <c:dLbls>
            <c:dLbl>
              <c:idx val="0"/>
              <c:tx>
                <c:rich>
                  <a:bodyPr/>
                  <a:lstStyle/>
                  <a:p>
                    <a:fld id="{C3EB8620-BC37-4A07-A879-FEE800A1FE90}" type="CELLRANGE">
                      <a:rPr lang="en-US"/>
                      <a:pPr/>
                      <a:t>[CELLRANGE]</a:t>
                    </a:fld>
                    <a:r>
                      <a:rPr lang="en-US" baseline="0"/>
                      <a:t>, </a:t>
                    </a:r>
                  </a:p>
                  <a:p>
                    <a:fld id="{EC6198E8-6687-49A7-96A3-DC682B2C0BD3}" type="VALUE">
                      <a:rPr lang="en-US" baseline="0"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F898-4FAF-97AE-E0522DCBF05F}"/>
                </c:ext>
              </c:extLst>
            </c:dLbl>
            <c:dLbl>
              <c:idx val="1"/>
              <c:tx>
                <c:rich>
                  <a:bodyPr/>
                  <a:lstStyle/>
                  <a:p>
                    <a:fld id="{6AC07A1D-9EFC-42A8-8C8E-7230507CBB85}" type="CELLRANGE">
                      <a:rPr lang="en-US"/>
                      <a:pPr/>
                      <a:t>[CELLRANGE]</a:t>
                    </a:fld>
                    <a:r>
                      <a:rPr lang="en-US" baseline="0"/>
                      <a:t>, </a:t>
                    </a:r>
                  </a:p>
                  <a:p>
                    <a:fld id="{823B37C0-2494-4E13-9C64-9173312D0231}" type="VALUE">
                      <a:rPr lang="en-US" baseline="0"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1-F898-4FAF-97AE-E0522DCBF05F}"/>
                </c:ext>
              </c:extLst>
            </c:dLbl>
            <c:dLbl>
              <c:idx val="2"/>
              <c:tx>
                <c:rich>
                  <a:bodyPr/>
                  <a:lstStyle/>
                  <a:p>
                    <a:fld id="{3E2D277E-FF21-416E-B1C5-D52963DC126C}" type="CELLRANGE">
                      <a:rPr lang="en-US"/>
                      <a:pPr/>
                      <a:t>[CELLRANGE]</a:t>
                    </a:fld>
                    <a:r>
                      <a:rPr lang="en-US" baseline="0"/>
                      <a:t>,</a:t>
                    </a:r>
                  </a:p>
                  <a:p>
                    <a:r>
                      <a:rPr lang="en-US" baseline="0"/>
                      <a:t> </a:t>
                    </a:r>
                    <a:fld id="{2891963E-3A44-44D1-81DD-C983BE5CCDFD}"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F898-4FAF-97AE-E0522DCBF05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dk1">
                          <a:lumMod val="35000"/>
                          <a:lumOff val="65000"/>
                        </a:schemeClr>
                      </a:solidFill>
                      <a:round/>
                    </a:ln>
                    <a:effectLst/>
                  </c:spPr>
                </c15:leaderLines>
              </c:ext>
            </c:extLst>
          </c:dLbls>
          <c:cat>
            <c:strRef>
              <c:f>Sheet1!$A$2:$A$4</c:f>
              <c:strCache>
                <c:ptCount val="3"/>
                <c:pt idx="0">
                  <c:v>Mandalay</c:v>
                </c:pt>
                <c:pt idx="1">
                  <c:v>Naypyitaw</c:v>
                </c:pt>
                <c:pt idx="2">
                  <c:v>Yangon</c:v>
                </c:pt>
              </c:strCache>
            </c:strRef>
          </c:cat>
          <c:val>
            <c:numRef>
              <c:f>Sheet1!$B$2:$B$4</c:f>
              <c:numCache>
                <c:formatCode>General</c:formatCode>
                <c:ptCount val="3"/>
                <c:pt idx="0">
                  <c:v>113</c:v>
                </c:pt>
                <c:pt idx="1">
                  <c:v>124</c:v>
                </c:pt>
                <c:pt idx="2">
                  <c:v>126</c:v>
                </c:pt>
              </c:numCache>
            </c:numRef>
          </c:val>
          <c:extLst>
            <c:ext xmlns:c15="http://schemas.microsoft.com/office/drawing/2012/chart" uri="{02D57815-91ED-43cb-92C2-25804820EDAC}">
              <c15:datalabelsRange>
                <c15:f>Sheet1!$D$2:$D$4</c15:f>
                <c15:dlblRangeCache>
                  <c:ptCount val="3"/>
                  <c:pt idx="0">
                    <c:v>Ewallet</c:v>
                  </c:pt>
                  <c:pt idx="1">
                    <c:v>Cash</c:v>
                  </c:pt>
                  <c:pt idx="2">
                    <c:v>Ewallet</c:v>
                  </c:pt>
                </c15:dlblRangeCache>
              </c15:datalabelsRange>
            </c:ext>
            <c:ext xmlns:c16="http://schemas.microsoft.com/office/drawing/2014/chart" uri="{C3380CC4-5D6E-409C-BE32-E72D297353CC}">
              <c16:uniqueId val="{00000003-F898-4FAF-97AE-E0522DCBF05F}"/>
            </c:ext>
          </c:extLst>
        </c:ser>
        <c:dLbls>
          <c:showLegendKey val="0"/>
          <c:showVal val="0"/>
          <c:showCatName val="0"/>
          <c:showSerName val="0"/>
          <c:showPercent val="0"/>
          <c:showBubbleSize val="0"/>
        </c:dLbls>
        <c:gapWidth val="267"/>
        <c:overlap val="-43"/>
        <c:axId val="263187311"/>
        <c:axId val="263186895"/>
      </c:barChart>
      <c:catAx>
        <c:axId val="263187311"/>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US"/>
          </a:p>
        </c:txPr>
        <c:crossAx val="263186895"/>
        <c:crosses val="autoZero"/>
        <c:auto val="1"/>
        <c:lblAlgn val="ctr"/>
        <c:lblOffset val="100"/>
        <c:noMultiLvlLbl val="0"/>
      </c:catAx>
      <c:valAx>
        <c:axId val="263186895"/>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crossAx val="263187311"/>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Monthly Sales Distribution by Gender</a:t>
            </a:r>
          </a:p>
        </c:rich>
      </c:tx>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Female</c:v>
                </c:pt>
              </c:strCache>
            </c:strRef>
          </c:tx>
          <c:spPr>
            <a:pattFill prst="narHorz">
              <a:fgClr>
                <a:schemeClr val="accent5">
                  <a:shade val="76000"/>
                </a:schemeClr>
              </a:fgClr>
              <a:bgClr>
                <a:schemeClr val="accent5">
                  <a:shade val="76000"/>
                  <a:lumMod val="20000"/>
                  <a:lumOff val="80000"/>
                </a:schemeClr>
              </a:bgClr>
            </a:pattFill>
            <a:ln>
              <a:noFill/>
            </a:ln>
            <a:effectLst>
              <a:innerShdw blurRad="114300">
                <a:schemeClr val="accent5">
                  <a:shade val="76000"/>
                </a:schemeClr>
              </a:innerShdw>
            </a:effectLst>
          </c:spPr>
          <c:invertIfNegative val="0"/>
          <c:cat>
            <c:strRef>
              <c:f>Sheet1!$A$2:$A$4</c:f>
              <c:strCache>
                <c:ptCount val="3"/>
                <c:pt idx="0">
                  <c:v>2019-01</c:v>
                </c:pt>
                <c:pt idx="1">
                  <c:v>2019-02</c:v>
                </c:pt>
                <c:pt idx="2">
                  <c:v>2019-03</c:v>
                </c:pt>
              </c:strCache>
            </c:strRef>
          </c:cat>
          <c:val>
            <c:numRef>
              <c:f>Sheet1!$B$2:$B$4</c:f>
              <c:numCache>
                <c:formatCode>General</c:formatCode>
                <c:ptCount val="3"/>
                <c:pt idx="0">
                  <c:v>59138.98</c:v>
                </c:pt>
                <c:pt idx="1">
                  <c:v>56335.56</c:v>
                </c:pt>
                <c:pt idx="2">
                  <c:v>52408.39</c:v>
                </c:pt>
              </c:numCache>
            </c:numRef>
          </c:val>
          <c:extLst>
            <c:ext xmlns:c16="http://schemas.microsoft.com/office/drawing/2014/chart" uri="{C3380CC4-5D6E-409C-BE32-E72D297353CC}">
              <c16:uniqueId val="{00000000-C834-445C-94A5-0F5736EF1701}"/>
            </c:ext>
          </c:extLst>
        </c:ser>
        <c:ser>
          <c:idx val="1"/>
          <c:order val="1"/>
          <c:tx>
            <c:strRef>
              <c:f>Sheet1!$C$1</c:f>
              <c:strCache>
                <c:ptCount val="1"/>
                <c:pt idx="0">
                  <c:v>Male</c:v>
                </c:pt>
              </c:strCache>
            </c:strRef>
          </c:tx>
          <c:spPr>
            <a:pattFill prst="narHorz">
              <a:fgClr>
                <a:schemeClr val="accent5">
                  <a:tint val="77000"/>
                </a:schemeClr>
              </a:fgClr>
              <a:bgClr>
                <a:schemeClr val="accent5">
                  <a:tint val="77000"/>
                  <a:lumMod val="20000"/>
                  <a:lumOff val="80000"/>
                </a:schemeClr>
              </a:bgClr>
            </a:pattFill>
            <a:ln>
              <a:noFill/>
            </a:ln>
            <a:effectLst>
              <a:innerShdw blurRad="114300">
                <a:schemeClr val="accent5">
                  <a:tint val="77000"/>
                </a:schemeClr>
              </a:innerShdw>
            </a:effectLst>
          </c:spPr>
          <c:invertIfNegative val="0"/>
          <c:cat>
            <c:strRef>
              <c:f>Sheet1!$A$2:$A$4</c:f>
              <c:strCache>
                <c:ptCount val="3"/>
                <c:pt idx="0">
                  <c:v>2019-01</c:v>
                </c:pt>
                <c:pt idx="1">
                  <c:v>2019-02</c:v>
                </c:pt>
                <c:pt idx="2">
                  <c:v>2019-03</c:v>
                </c:pt>
              </c:strCache>
            </c:strRef>
          </c:cat>
          <c:val>
            <c:numRef>
              <c:f>Sheet1!$C$2:$C$4</c:f>
              <c:numCache>
                <c:formatCode>General</c:formatCode>
                <c:ptCount val="3"/>
                <c:pt idx="0">
                  <c:v>57152.89</c:v>
                </c:pt>
                <c:pt idx="1">
                  <c:v>40883.82</c:v>
                </c:pt>
                <c:pt idx="2">
                  <c:v>57047.12</c:v>
                </c:pt>
              </c:numCache>
            </c:numRef>
          </c:val>
          <c:extLst>
            <c:ext xmlns:c16="http://schemas.microsoft.com/office/drawing/2014/chart" uri="{C3380CC4-5D6E-409C-BE32-E72D297353CC}">
              <c16:uniqueId val="{00000001-C834-445C-94A5-0F5736EF1701}"/>
            </c:ext>
          </c:extLst>
        </c:ser>
        <c:dLbls>
          <c:showLegendKey val="0"/>
          <c:showVal val="0"/>
          <c:showCatName val="0"/>
          <c:showSerName val="0"/>
          <c:showPercent val="0"/>
          <c:showBubbleSize val="0"/>
        </c:dLbls>
        <c:gapWidth val="164"/>
        <c:overlap val="-22"/>
        <c:axId val="607245487"/>
        <c:axId val="607248815"/>
      </c:barChart>
      <c:catAx>
        <c:axId val="607245487"/>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48815"/>
        <c:crosses val="autoZero"/>
        <c:auto val="1"/>
        <c:lblAlgn val="ctr"/>
        <c:lblOffset val="100"/>
        <c:noMultiLvlLbl val="0"/>
      </c:catAx>
      <c:valAx>
        <c:axId val="6072488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724548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baseline="0" dirty="0">
                <a:effectLst/>
              </a:rPr>
              <a:t>Best Product Line by Customer Type</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Total_Spent</c:v>
                </c:pt>
              </c:strCache>
            </c:strRef>
          </c:tx>
          <c:spPr>
            <a:solidFill>
              <a:schemeClr val="accent6"/>
            </a:solidFill>
            <a:ln>
              <a:noFill/>
            </a:ln>
            <a:effectLst/>
          </c:spPr>
          <c:invertIfNegative val="0"/>
          <c:dLbls>
            <c:dLbl>
              <c:idx val="0"/>
              <c:layout>
                <c:manualLayout>
                  <c:x val="-3.2419313081430219E-17"/>
                  <c:y val="0.39649122807017551"/>
                </c:manualLayout>
              </c:layout>
              <c:tx>
                <c:rich>
                  <a:bodyPr/>
                  <a:lstStyle/>
                  <a:p>
                    <a:fld id="{387D1A6F-147F-4708-B98B-6F81EFD9EB3B}" type="CELLRANGE">
                      <a:rPr lang="en-US"/>
                      <a:pPr/>
                      <a:t>[CELLRANGE]</a:t>
                    </a:fld>
                    <a:r>
                      <a:rPr lang="en-US" baseline="0"/>
                      <a:t>, </a:t>
                    </a:r>
                    <a:fld id="{1C3A2066-645A-41B3-9E3F-31C0F9A4E218}" type="VALUE">
                      <a:rPr lang="en-US" baseline="0" smtClean="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AA30-4223-9702-8D8E23AFB246}"/>
                </c:ext>
              </c:extLst>
            </c:dLbl>
            <c:dLbl>
              <c:idx val="1"/>
              <c:tx>
                <c:rich>
                  <a:bodyPr/>
                  <a:lstStyle/>
                  <a:p>
                    <a:fld id="{70757BF4-2EE3-4EEF-9641-015ACDFA6993}" type="CELLRANGE">
                      <a:rPr lang="en-US"/>
                      <a:pPr/>
                      <a:t>[CELLRANGE]</a:t>
                    </a:fld>
                    <a:r>
                      <a:rPr lang="en-US" baseline="0"/>
                      <a:t>, </a:t>
                    </a:r>
                    <a:fld id="{5D581DE7-F48F-404F-BE1E-A116E5764B11}" type="VALUE">
                      <a:rPr lang="en-US" baseline="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AA30-4223-9702-8D8E23AFB24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Member</c:v>
                </c:pt>
                <c:pt idx="1">
                  <c:v>Normal</c:v>
                </c:pt>
              </c:strCache>
            </c:strRef>
          </c:cat>
          <c:val>
            <c:numRef>
              <c:f>Sheet1!$B$2:$B$3</c:f>
              <c:numCache>
                <c:formatCode>General</c:formatCode>
                <c:ptCount val="2"/>
                <c:pt idx="0">
                  <c:v>31357.62</c:v>
                </c:pt>
                <c:pt idx="1">
                  <c:v>29839.040000000001</c:v>
                </c:pt>
              </c:numCache>
            </c:numRef>
          </c:val>
          <c:extLst>
            <c:ext xmlns:c15="http://schemas.microsoft.com/office/drawing/2012/chart" uri="{02D57815-91ED-43cb-92C2-25804820EDAC}">
              <c15:datalabelsRange>
                <c15:f>Sheet1!$D$2:$D$3</c15:f>
                <c15:dlblRangeCache>
                  <c:ptCount val="2"/>
                  <c:pt idx="0">
                    <c:v>Food and beverages</c:v>
                  </c:pt>
                  <c:pt idx="1">
                    <c:v>Electronic accessories</c:v>
                  </c:pt>
                </c15:dlblRangeCache>
              </c15:datalabelsRange>
            </c:ext>
            <c:ext xmlns:c16="http://schemas.microsoft.com/office/drawing/2014/chart" uri="{C3380CC4-5D6E-409C-BE32-E72D297353CC}">
              <c16:uniqueId val="{00000000-AA30-4223-9702-8D8E23AFB246}"/>
            </c:ext>
          </c:extLst>
        </c:ser>
        <c:dLbls>
          <c:showLegendKey val="0"/>
          <c:showVal val="0"/>
          <c:showCatName val="0"/>
          <c:showSerName val="0"/>
          <c:showPercent val="0"/>
          <c:showBubbleSize val="0"/>
        </c:dLbls>
        <c:gapWidth val="219"/>
        <c:overlap val="-27"/>
        <c:axId val="603581775"/>
        <c:axId val="603577199"/>
      </c:barChart>
      <c:catAx>
        <c:axId val="6035817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3577199"/>
        <c:crosses val="autoZero"/>
        <c:auto val="1"/>
        <c:lblAlgn val="ctr"/>
        <c:lblOffset val="100"/>
        <c:noMultiLvlLbl val="0"/>
      </c:catAx>
      <c:valAx>
        <c:axId val="6035771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035817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Total_Sales</c:v>
                </c:pt>
              </c:strCache>
            </c:strRef>
          </c:tx>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Sheet1!$A$2:$A$8</c:f>
              <c:strCache>
                <c:ptCount val="7"/>
                <c:pt idx="0">
                  <c:v>Monday</c:v>
                </c:pt>
                <c:pt idx="1">
                  <c:v>Tuesday</c:v>
                </c:pt>
                <c:pt idx="2">
                  <c:v>Wednesday</c:v>
                </c:pt>
                <c:pt idx="3">
                  <c:v>Thursday</c:v>
                </c:pt>
                <c:pt idx="4">
                  <c:v>Friday</c:v>
                </c:pt>
                <c:pt idx="5">
                  <c:v>Saturday</c:v>
                </c:pt>
                <c:pt idx="6">
                  <c:v>Sunday</c:v>
                </c:pt>
              </c:strCache>
            </c:strRef>
          </c:cat>
          <c:val>
            <c:numRef>
              <c:f>Sheet1!$B$2:$B$8</c:f>
              <c:numCache>
                <c:formatCode>General</c:formatCode>
                <c:ptCount val="7"/>
                <c:pt idx="0">
                  <c:v>37899.08</c:v>
                </c:pt>
                <c:pt idx="1">
                  <c:v>51482.25</c:v>
                </c:pt>
                <c:pt idx="2">
                  <c:v>43731.14</c:v>
                </c:pt>
                <c:pt idx="3">
                  <c:v>45349.25</c:v>
                </c:pt>
                <c:pt idx="4">
                  <c:v>43926.34</c:v>
                </c:pt>
                <c:pt idx="5">
                  <c:v>56120.81</c:v>
                </c:pt>
                <c:pt idx="6">
                  <c:v>44457.89</c:v>
                </c:pt>
              </c:numCache>
            </c:numRef>
          </c:val>
          <c:extLst>
            <c:ext xmlns:c16="http://schemas.microsoft.com/office/drawing/2014/chart" uri="{C3380CC4-5D6E-409C-BE32-E72D297353CC}">
              <c16:uniqueId val="{00000000-7E29-4EC6-985A-6B39B4F004AB}"/>
            </c:ext>
          </c:extLst>
        </c:ser>
        <c:dLbls>
          <c:dLblPos val="inEnd"/>
          <c:showLegendKey val="0"/>
          <c:showVal val="1"/>
          <c:showCatName val="0"/>
          <c:showSerName val="0"/>
          <c:showPercent val="0"/>
          <c:showBubbleSize val="0"/>
        </c:dLbls>
        <c:gapWidth val="41"/>
        <c:axId val="613620847"/>
        <c:axId val="613618351"/>
      </c:barChart>
      <c:catAx>
        <c:axId val="61362084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613618351"/>
        <c:crosses val="autoZero"/>
        <c:auto val="1"/>
        <c:lblAlgn val="ctr"/>
        <c:lblOffset val="100"/>
        <c:noMultiLvlLbl val="0"/>
      </c:catAx>
      <c:valAx>
        <c:axId val="613618351"/>
        <c:scaling>
          <c:orientation val="minMax"/>
        </c:scaling>
        <c:delete val="1"/>
        <c:axPos val="l"/>
        <c:numFmt formatCode="General" sourceLinked="1"/>
        <c:majorTickMark val="none"/>
        <c:minorTickMark val="none"/>
        <c:tickLblPos val="nextTo"/>
        <c:crossAx val="61362084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4.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2B61F67-4219-82BD-D357-355AA7591C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4FE2BF-AD88-9811-C6DD-79DABAC559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4DDA53-17BB-4810-91A8-94FE944ADC38}" type="datetimeFigureOut">
              <a:rPr lang="en-US" smtClean="0"/>
              <a:t>23-Nov-25</a:t>
            </a:fld>
            <a:endParaRPr lang="en-US" dirty="0"/>
          </a:p>
        </p:txBody>
      </p:sp>
      <p:sp>
        <p:nvSpPr>
          <p:cNvPr id="4" name="Footer Placeholder 3">
            <a:extLst>
              <a:ext uri="{FF2B5EF4-FFF2-40B4-BE49-F238E27FC236}">
                <a16:creationId xmlns:a16="http://schemas.microsoft.com/office/drawing/2014/main" id="{F18F7338-476F-59A1-B752-865882DA12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B9C2ED2-F5D9-8398-9B1F-9E1D760B074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8BCF56-022D-4E84-9600-36794E4DE26E}" type="slidenum">
              <a:rPr lang="en-US" smtClean="0"/>
              <a:t>‹#›</a:t>
            </a:fld>
            <a:endParaRPr lang="en-US" dirty="0"/>
          </a:p>
        </p:txBody>
      </p:sp>
    </p:spTree>
    <p:extLst>
      <p:ext uri="{BB962C8B-B14F-4D97-AF65-F5344CB8AC3E}">
        <p14:creationId xmlns:p14="http://schemas.microsoft.com/office/powerpoint/2010/main" val="1045505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08D30-F807-4561-A81E-6E077448AA00}" type="datetimeFigureOut">
              <a:rPr lang="en-US" smtClean="0"/>
              <a:t>23-Nov-25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2C05A-7A07-4286-AA18-B883C0AF9A3B}" type="slidenum">
              <a:rPr lang="en-US" smtClean="0"/>
              <a:t>‹#›</a:t>
            </a:fld>
            <a:endParaRPr lang="en-US" dirty="0"/>
          </a:p>
        </p:txBody>
      </p:sp>
    </p:spTree>
    <p:extLst>
      <p:ext uri="{BB962C8B-B14F-4D97-AF65-F5344CB8AC3E}">
        <p14:creationId xmlns:p14="http://schemas.microsoft.com/office/powerpoint/2010/main" val="513189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a:t>
            </a:fld>
            <a:endParaRPr lang="en-US" dirty="0"/>
          </a:p>
        </p:txBody>
      </p:sp>
    </p:spTree>
    <p:extLst>
      <p:ext uri="{BB962C8B-B14F-4D97-AF65-F5344CB8AC3E}">
        <p14:creationId xmlns:p14="http://schemas.microsoft.com/office/powerpoint/2010/main" val="618507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a:t>
            </a:fld>
            <a:endParaRPr lang="en-US" dirty="0"/>
          </a:p>
        </p:txBody>
      </p:sp>
    </p:spTree>
    <p:extLst>
      <p:ext uri="{BB962C8B-B14F-4D97-AF65-F5344CB8AC3E}">
        <p14:creationId xmlns:p14="http://schemas.microsoft.com/office/powerpoint/2010/main" val="109506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3</a:t>
            </a:fld>
            <a:endParaRPr lang="en-US" dirty="0"/>
          </a:p>
        </p:txBody>
      </p:sp>
    </p:spTree>
    <p:extLst>
      <p:ext uri="{BB962C8B-B14F-4D97-AF65-F5344CB8AC3E}">
        <p14:creationId xmlns:p14="http://schemas.microsoft.com/office/powerpoint/2010/main" val="37149975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4</a:t>
            </a:fld>
            <a:endParaRPr lang="en-US" dirty="0"/>
          </a:p>
        </p:txBody>
      </p:sp>
    </p:spTree>
    <p:extLst>
      <p:ext uri="{BB962C8B-B14F-4D97-AF65-F5344CB8AC3E}">
        <p14:creationId xmlns:p14="http://schemas.microsoft.com/office/powerpoint/2010/main" val="391055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5</a:t>
            </a:fld>
            <a:endParaRPr lang="en-US" dirty="0"/>
          </a:p>
        </p:txBody>
      </p:sp>
    </p:spTree>
    <p:extLst>
      <p:ext uri="{BB962C8B-B14F-4D97-AF65-F5344CB8AC3E}">
        <p14:creationId xmlns:p14="http://schemas.microsoft.com/office/powerpoint/2010/main" val="3390528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6</a:t>
            </a:fld>
            <a:endParaRPr lang="en-US" dirty="0"/>
          </a:p>
        </p:txBody>
      </p:sp>
    </p:spTree>
    <p:extLst>
      <p:ext uri="{BB962C8B-B14F-4D97-AF65-F5344CB8AC3E}">
        <p14:creationId xmlns:p14="http://schemas.microsoft.com/office/powerpoint/2010/main" val="304844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7</a:t>
            </a:fld>
            <a:endParaRPr lang="en-US" dirty="0"/>
          </a:p>
        </p:txBody>
      </p:sp>
    </p:spTree>
    <p:extLst>
      <p:ext uri="{BB962C8B-B14F-4D97-AF65-F5344CB8AC3E}">
        <p14:creationId xmlns:p14="http://schemas.microsoft.com/office/powerpoint/2010/main" val="3655658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8</a:t>
            </a:fld>
            <a:endParaRPr lang="en-US" dirty="0"/>
          </a:p>
        </p:txBody>
      </p:sp>
    </p:spTree>
    <p:extLst>
      <p:ext uri="{BB962C8B-B14F-4D97-AF65-F5344CB8AC3E}">
        <p14:creationId xmlns:p14="http://schemas.microsoft.com/office/powerpoint/2010/main" val="1211204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9</a:t>
            </a:fld>
            <a:endParaRPr lang="en-US" dirty="0"/>
          </a:p>
        </p:txBody>
      </p:sp>
    </p:spTree>
    <p:extLst>
      <p:ext uri="{BB962C8B-B14F-4D97-AF65-F5344CB8AC3E}">
        <p14:creationId xmlns:p14="http://schemas.microsoft.com/office/powerpoint/2010/main" val="3890674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10</a:t>
            </a:fld>
            <a:endParaRPr lang="en-US" dirty="0"/>
          </a:p>
        </p:txBody>
      </p:sp>
    </p:spTree>
    <p:extLst>
      <p:ext uri="{BB962C8B-B14F-4D97-AF65-F5344CB8AC3E}">
        <p14:creationId xmlns:p14="http://schemas.microsoft.com/office/powerpoint/2010/main" val="3935431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11</a:t>
            </a:fld>
            <a:endParaRPr lang="en-US" dirty="0"/>
          </a:p>
        </p:txBody>
      </p:sp>
    </p:spTree>
    <p:extLst>
      <p:ext uri="{BB962C8B-B14F-4D97-AF65-F5344CB8AC3E}">
        <p14:creationId xmlns:p14="http://schemas.microsoft.com/office/powerpoint/2010/main" val="3602922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12</a:t>
            </a:fld>
            <a:endParaRPr lang="en-US" dirty="0"/>
          </a:p>
        </p:txBody>
      </p:sp>
    </p:spTree>
    <p:extLst>
      <p:ext uri="{BB962C8B-B14F-4D97-AF65-F5344CB8AC3E}">
        <p14:creationId xmlns:p14="http://schemas.microsoft.com/office/powerpoint/2010/main" val="528637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13</a:t>
            </a:fld>
            <a:endParaRPr lang="en-US" dirty="0"/>
          </a:p>
        </p:txBody>
      </p:sp>
    </p:spTree>
    <p:extLst>
      <p:ext uri="{BB962C8B-B14F-4D97-AF65-F5344CB8AC3E}">
        <p14:creationId xmlns:p14="http://schemas.microsoft.com/office/powerpoint/2010/main" val="257131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14</a:t>
            </a:fld>
            <a:endParaRPr lang="en-US" dirty="0"/>
          </a:p>
        </p:txBody>
      </p:sp>
    </p:spTree>
    <p:extLst>
      <p:ext uri="{BB962C8B-B14F-4D97-AF65-F5344CB8AC3E}">
        <p14:creationId xmlns:p14="http://schemas.microsoft.com/office/powerpoint/2010/main" val="2281524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15</a:t>
            </a:fld>
            <a:endParaRPr lang="en-US" dirty="0"/>
          </a:p>
        </p:txBody>
      </p:sp>
    </p:spTree>
    <p:extLst>
      <p:ext uri="{BB962C8B-B14F-4D97-AF65-F5344CB8AC3E}">
        <p14:creationId xmlns:p14="http://schemas.microsoft.com/office/powerpoint/2010/main" val="427835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16</a:t>
            </a:fld>
            <a:endParaRPr lang="en-US" dirty="0"/>
          </a:p>
        </p:txBody>
      </p:sp>
    </p:spTree>
    <p:extLst>
      <p:ext uri="{BB962C8B-B14F-4D97-AF65-F5344CB8AC3E}">
        <p14:creationId xmlns:p14="http://schemas.microsoft.com/office/powerpoint/2010/main" val="3995906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17</a:t>
            </a:fld>
            <a:endParaRPr lang="en-US" dirty="0"/>
          </a:p>
        </p:txBody>
      </p:sp>
    </p:spTree>
    <p:extLst>
      <p:ext uri="{BB962C8B-B14F-4D97-AF65-F5344CB8AC3E}">
        <p14:creationId xmlns:p14="http://schemas.microsoft.com/office/powerpoint/2010/main" val="4172702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18</a:t>
            </a:fld>
            <a:endParaRPr lang="en-US" dirty="0"/>
          </a:p>
        </p:txBody>
      </p:sp>
    </p:spTree>
    <p:extLst>
      <p:ext uri="{BB962C8B-B14F-4D97-AF65-F5344CB8AC3E}">
        <p14:creationId xmlns:p14="http://schemas.microsoft.com/office/powerpoint/2010/main" val="39065942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19</a:t>
            </a:fld>
            <a:endParaRPr lang="en-US" dirty="0"/>
          </a:p>
        </p:txBody>
      </p:sp>
    </p:spTree>
    <p:extLst>
      <p:ext uri="{BB962C8B-B14F-4D97-AF65-F5344CB8AC3E}">
        <p14:creationId xmlns:p14="http://schemas.microsoft.com/office/powerpoint/2010/main" val="2052372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20</a:t>
            </a:fld>
            <a:endParaRPr lang="en-US" dirty="0"/>
          </a:p>
        </p:txBody>
      </p:sp>
    </p:spTree>
    <p:extLst>
      <p:ext uri="{BB962C8B-B14F-4D97-AF65-F5344CB8AC3E}">
        <p14:creationId xmlns:p14="http://schemas.microsoft.com/office/powerpoint/2010/main" val="771858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21</a:t>
            </a:fld>
            <a:endParaRPr lang="en-US" dirty="0"/>
          </a:p>
        </p:txBody>
      </p:sp>
    </p:spTree>
    <p:extLst>
      <p:ext uri="{BB962C8B-B14F-4D97-AF65-F5344CB8AC3E}">
        <p14:creationId xmlns:p14="http://schemas.microsoft.com/office/powerpoint/2010/main" val="2960742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22</a:t>
            </a:fld>
            <a:endParaRPr lang="en-US" dirty="0"/>
          </a:p>
        </p:txBody>
      </p:sp>
    </p:spTree>
    <p:extLst>
      <p:ext uri="{BB962C8B-B14F-4D97-AF65-F5344CB8AC3E}">
        <p14:creationId xmlns:p14="http://schemas.microsoft.com/office/powerpoint/2010/main" val="2051654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23</a:t>
            </a:fld>
            <a:endParaRPr lang="en-US" dirty="0"/>
          </a:p>
        </p:txBody>
      </p:sp>
    </p:spTree>
    <p:extLst>
      <p:ext uri="{BB962C8B-B14F-4D97-AF65-F5344CB8AC3E}">
        <p14:creationId xmlns:p14="http://schemas.microsoft.com/office/powerpoint/2010/main" val="2564502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24</a:t>
            </a:fld>
            <a:endParaRPr lang="en-US" dirty="0"/>
          </a:p>
        </p:txBody>
      </p:sp>
    </p:spTree>
    <p:extLst>
      <p:ext uri="{BB962C8B-B14F-4D97-AF65-F5344CB8AC3E}">
        <p14:creationId xmlns:p14="http://schemas.microsoft.com/office/powerpoint/2010/main" val="1519455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25</a:t>
            </a:fld>
            <a:endParaRPr lang="en-US" dirty="0"/>
          </a:p>
        </p:txBody>
      </p:sp>
    </p:spTree>
    <p:extLst>
      <p:ext uri="{BB962C8B-B14F-4D97-AF65-F5344CB8AC3E}">
        <p14:creationId xmlns:p14="http://schemas.microsoft.com/office/powerpoint/2010/main" val="21313171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82C05A-7A07-4286-AA18-B883C0AF9A3B}" type="slidenum">
              <a:rPr lang="en-US" smtClean="0"/>
              <a:t>26</a:t>
            </a:fld>
            <a:endParaRPr lang="en-US" dirty="0"/>
          </a:p>
        </p:txBody>
      </p:sp>
    </p:spTree>
    <p:extLst>
      <p:ext uri="{BB962C8B-B14F-4D97-AF65-F5344CB8AC3E}">
        <p14:creationId xmlns:p14="http://schemas.microsoft.com/office/powerpoint/2010/main" val="19787430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hemeOverride" Target="../theme/themeOverride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hemeOverride" Target="../theme/themeOverride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3.svg"/><Relationship Id="rId9"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839686" y="1209643"/>
            <a:ext cx="8508273" cy="4968000"/>
          </a:xfrm>
        </p:spPr>
        <p:txBody>
          <a:bodyPr anchor="ct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273499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46" name="Graphic 45">
            <a:extLst>
              <a:ext uri="{FF2B5EF4-FFF2-40B4-BE49-F238E27FC236}">
                <a16:creationId xmlns:a16="http://schemas.microsoft.com/office/drawing/2014/main" id="{FFDE191C-52DF-6A6D-EC88-18A052FFB290}"/>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716"/>
          <a:stretch/>
        </p:blipFill>
        <p:spPr>
          <a:xfrm rot="16200000">
            <a:off x="9722190" y="160175"/>
            <a:ext cx="2394401" cy="2545223"/>
          </a:xfrm>
          <a:prstGeom prst="rect">
            <a:avLst/>
          </a:prstGeom>
        </p:spPr>
      </p:pic>
      <p:pic>
        <p:nvPicPr>
          <p:cNvPr id="31" name="Graphic 30">
            <a:extLst>
              <a:ext uri="{FF2B5EF4-FFF2-40B4-BE49-F238E27FC236}">
                <a16:creationId xmlns:a16="http://schemas.microsoft.com/office/drawing/2014/main" id="{6D30DCAC-B495-853F-9921-FBA3901866A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400000">
            <a:off x="1140620" y="2616531"/>
            <a:ext cx="2394401" cy="4086444"/>
          </a:xfrm>
          <a:prstGeom prst="rect">
            <a:avLst/>
          </a:prstGeom>
        </p:spPr>
      </p:pic>
      <p:grpSp>
        <p:nvGrpSpPr>
          <p:cNvPr id="32" name="Group 31">
            <a:extLst>
              <a:ext uri="{FF2B5EF4-FFF2-40B4-BE49-F238E27FC236}">
                <a16:creationId xmlns:a16="http://schemas.microsoft.com/office/drawing/2014/main" id="{8CB78A71-D8F9-12A2-1D4E-A2C2E4E15530}"/>
              </a:ext>
              <a:ext uri="{C183D7F6-B498-43B3-948B-1728B52AA6E4}">
                <adec:decorative xmlns:adec="http://schemas.microsoft.com/office/drawing/2017/decorative" val="1"/>
              </a:ext>
            </a:extLst>
          </p:cNvPr>
          <p:cNvGrpSpPr/>
          <p:nvPr userDrawn="1"/>
        </p:nvGrpSpPr>
        <p:grpSpPr>
          <a:xfrm>
            <a:off x="3594100" y="380999"/>
            <a:ext cx="4972050" cy="5475954"/>
            <a:chOff x="1698171" y="691024"/>
            <a:chExt cx="4972050" cy="5475954"/>
          </a:xfrm>
        </p:grpSpPr>
        <p:grpSp>
          <p:nvGrpSpPr>
            <p:cNvPr id="33" name="Group 32">
              <a:extLst>
                <a:ext uri="{FF2B5EF4-FFF2-40B4-BE49-F238E27FC236}">
                  <a16:creationId xmlns:a16="http://schemas.microsoft.com/office/drawing/2014/main" id="{D1FCBAB4-0CBD-A738-A058-100C35A0BDF1}"/>
                </a:ext>
              </a:extLst>
            </p:cNvPr>
            <p:cNvGrpSpPr/>
            <p:nvPr userDrawn="1"/>
          </p:nvGrpSpPr>
          <p:grpSpPr>
            <a:xfrm>
              <a:off x="1698171" y="691024"/>
              <a:ext cx="4972050" cy="5475954"/>
              <a:chOff x="1466850" y="380320"/>
              <a:chExt cx="5233574" cy="5763985"/>
            </a:xfrm>
          </p:grpSpPr>
          <p:sp>
            <p:nvSpPr>
              <p:cNvPr id="38" name="Rectangle 37">
                <a:extLst>
                  <a:ext uri="{FF2B5EF4-FFF2-40B4-BE49-F238E27FC236}">
                    <a16:creationId xmlns:a16="http://schemas.microsoft.com/office/drawing/2014/main" id="{A67098CE-4555-2BEE-5226-2E2F9EE1D5BB}"/>
                  </a:ext>
                </a:extLst>
              </p:cNvPr>
              <p:cNvSpPr/>
              <p:nvPr userDrawn="1"/>
            </p:nvSpPr>
            <p:spPr>
              <a:xfrm>
                <a:off x="1466850" y="875620"/>
                <a:ext cx="5233574"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A0CBAEB-0BE9-F75E-CB8D-A411C52E889A}"/>
                  </a:ext>
                </a:extLst>
              </p:cNvPr>
              <p:cNvSpPr/>
              <p:nvPr userDrawn="1"/>
            </p:nvSpPr>
            <p:spPr>
              <a:xfrm>
                <a:off x="1466850" y="380320"/>
                <a:ext cx="5233574"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0EDFCBD7-3731-A5D1-BB82-218531D6BA6E}"/>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AA6D4634-51B3-BE70-0479-199D811D75F3}"/>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2B1D16B-1A18-4890-4596-F24DD1C0BA94}"/>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E98E60AF-0ABD-505A-4D5D-18B025CCA331}"/>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0" name="Title 1">
            <a:extLst>
              <a:ext uri="{FF2B5EF4-FFF2-40B4-BE49-F238E27FC236}">
                <a16:creationId xmlns:a16="http://schemas.microsoft.com/office/drawing/2014/main" id="{A048DF11-5712-A1DF-9E33-2C705AF54B80}"/>
              </a:ext>
            </a:extLst>
          </p:cNvPr>
          <p:cNvSpPr>
            <a:spLocks noGrp="1"/>
          </p:cNvSpPr>
          <p:nvPr>
            <p:ph type="title" hasCustomPrompt="1"/>
          </p:nvPr>
        </p:nvSpPr>
        <p:spPr>
          <a:xfrm>
            <a:off x="3957068" y="851547"/>
            <a:ext cx="4275364" cy="1979634"/>
          </a:xfrm>
        </p:spPr>
        <p:txBody>
          <a:bodyPr anchor="ctr"/>
          <a:lstStyle>
            <a:lvl1pPr>
              <a:defRPr sz="3200"/>
            </a:lvl1pPr>
          </a:lstStyle>
          <a:p>
            <a:r>
              <a:rPr lang="en-US" dirty="0"/>
              <a:t>Click to add title</a:t>
            </a:r>
          </a:p>
        </p:txBody>
      </p:sp>
      <p:sp>
        <p:nvSpPr>
          <p:cNvPr id="41" name="Content Placeholder 2">
            <a:extLst>
              <a:ext uri="{FF2B5EF4-FFF2-40B4-BE49-F238E27FC236}">
                <a16:creationId xmlns:a16="http://schemas.microsoft.com/office/drawing/2014/main" id="{5FC08F1C-3206-A42D-3BCD-F04FBA78394F}"/>
              </a:ext>
            </a:extLst>
          </p:cNvPr>
          <p:cNvSpPr>
            <a:spLocks noGrp="1"/>
          </p:cNvSpPr>
          <p:nvPr>
            <p:ph idx="1" hasCustomPrompt="1"/>
          </p:nvPr>
        </p:nvSpPr>
        <p:spPr>
          <a:xfrm>
            <a:off x="3947886" y="2831182"/>
            <a:ext cx="4275364" cy="2660213"/>
          </a:xfrm>
        </p:spPr>
        <p:txBody>
          <a:bodyPr tIns="0" bIns="0"/>
          <a:lstStyle>
            <a:lvl1pPr>
              <a:lnSpc>
                <a:spcPct val="150000"/>
              </a:lnSpc>
              <a:defRPr sz="1800"/>
            </a:lvl1pPr>
            <a:lvl2pPr>
              <a:lnSpc>
                <a:spcPct val="150000"/>
              </a:lnSpc>
              <a:defRPr sz="1800"/>
            </a:lvl2pPr>
            <a:lvl3pPr>
              <a:lnSpc>
                <a:spcPct val="150000"/>
              </a:lnSpc>
              <a:defRPr sz="1600"/>
            </a:lvl3pPr>
            <a:lvl4pPr>
              <a:lnSpc>
                <a:spcPct val="150000"/>
              </a:lnSpc>
              <a:defRPr sz="1400"/>
            </a:lvl4pPr>
            <a:lvl5pPr>
              <a:lnSpc>
                <a:spcPct val="150000"/>
              </a:lnSpc>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2" name="Rectangle 41">
            <a:extLst>
              <a:ext uri="{FF2B5EF4-FFF2-40B4-BE49-F238E27FC236}">
                <a16:creationId xmlns:a16="http://schemas.microsoft.com/office/drawing/2014/main" id="{19671B5C-5A86-C6A6-2913-1F73F100E32C}"/>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542D9D8C-0E11-E268-D458-EC3BC4FD2425}"/>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Date Placeholder 3">
            <a:extLst>
              <a:ext uri="{FF2B5EF4-FFF2-40B4-BE49-F238E27FC236}">
                <a16:creationId xmlns:a16="http://schemas.microsoft.com/office/drawing/2014/main" id="{8E4CD02A-FF2F-864A-138B-368FE9BFDEE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47" name="Graphic 46">
            <a:extLst>
              <a:ext uri="{FF2B5EF4-FFF2-40B4-BE49-F238E27FC236}">
                <a16:creationId xmlns:a16="http://schemas.microsoft.com/office/drawing/2014/main" id="{5B0F505A-EE51-9D7A-42EA-2CD2CD432E72}"/>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8" name="Graphic 47">
            <a:extLst>
              <a:ext uri="{FF2B5EF4-FFF2-40B4-BE49-F238E27FC236}">
                <a16:creationId xmlns:a16="http://schemas.microsoft.com/office/drawing/2014/main" id="{B4905353-8D75-B3E2-2489-1D6907755CF2}"/>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9" name="Graphic 48">
            <a:extLst>
              <a:ext uri="{FF2B5EF4-FFF2-40B4-BE49-F238E27FC236}">
                <a16:creationId xmlns:a16="http://schemas.microsoft.com/office/drawing/2014/main" id="{4DBFD95C-0912-3222-EECA-8F84031BCDF4}"/>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50" name="Slide Number Placeholder 5">
            <a:extLst>
              <a:ext uri="{FF2B5EF4-FFF2-40B4-BE49-F238E27FC236}">
                <a16:creationId xmlns:a16="http://schemas.microsoft.com/office/drawing/2014/main" id="{7F30B651-FA38-151D-A122-6186F222CA8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51" name="Rectangle 50">
            <a:extLst>
              <a:ext uri="{FF2B5EF4-FFF2-40B4-BE49-F238E27FC236}">
                <a16:creationId xmlns:a16="http://schemas.microsoft.com/office/drawing/2014/main" id="{B343855C-EC70-E12C-3368-415B1AC40C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52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734784" y="1059463"/>
            <a:ext cx="6008915" cy="4431932"/>
          </a:xfrm>
        </p:spPr>
        <p:txBody>
          <a:bodyPr/>
          <a:lstStyle>
            <a:lvl1pPr algn="ctr">
              <a:defRPr sz="6000"/>
            </a:lvl1pPr>
          </a:lstStyle>
          <a:p>
            <a:r>
              <a:rPr lang="en-US" dirty="0"/>
              <a:t>Click to add 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81871" y="881363"/>
            <a:ext cx="4297680" cy="4937760"/>
          </a:xfrm>
        </p:spPr>
        <p:txBody>
          <a:bodyPr/>
          <a:lstStyle>
            <a:lvl1pPr marL="0" indent="0" algn="ctr">
              <a:buNone/>
              <a:defRPr sz="2000"/>
            </a:lvl1pPr>
          </a:lstStyle>
          <a:p>
            <a:r>
              <a:rPr lang="en-US"/>
              <a:t>Click icon to add picture</a:t>
            </a:r>
            <a:endParaRPr lang="en-US" dirty="0"/>
          </a:p>
        </p:txBody>
      </p:sp>
      <p:sp>
        <p:nvSpPr>
          <p:cNvPr id="3" name="Rectangle 2">
            <a:extLst>
              <a:ext uri="{FF2B5EF4-FFF2-40B4-BE49-F238E27FC236}">
                <a16:creationId xmlns:a16="http://schemas.microsoft.com/office/drawing/2014/main" id="{2F8B87FB-2727-2ED0-7E72-76E55BE45CAA}"/>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D9C4F77E-C259-1702-5FF7-B1EF4F060EAB}"/>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BE4EF1CA-0713-F725-CD7A-054E1214337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8" name="Graphic 7">
            <a:extLst>
              <a:ext uri="{FF2B5EF4-FFF2-40B4-BE49-F238E27FC236}">
                <a16:creationId xmlns:a16="http://schemas.microsoft.com/office/drawing/2014/main" id="{C7C27500-80A5-ACE3-E5FE-30B63950C8C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011" y="6405154"/>
            <a:ext cx="274320" cy="274320"/>
          </a:xfrm>
          <a:prstGeom prst="rect">
            <a:avLst/>
          </a:prstGeom>
        </p:spPr>
      </p:pic>
      <p:pic>
        <p:nvPicPr>
          <p:cNvPr id="11" name="Graphic 10">
            <a:extLst>
              <a:ext uri="{FF2B5EF4-FFF2-40B4-BE49-F238E27FC236}">
                <a16:creationId xmlns:a16="http://schemas.microsoft.com/office/drawing/2014/main" id="{06256C1F-A548-F457-2753-E96A83E5E1B3}"/>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9168948" y="6405154"/>
            <a:ext cx="274320" cy="274320"/>
          </a:xfrm>
          <a:prstGeom prst="rect">
            <a:avLst/>
          </a:prstGeom>
        </p:spPr>
      </p:pic>
      <p:pic>
        <p:nvPicPr>
          <p:cNvPr id="12" name="Graphic 11">
            <a:extLst>
              <a:ext uri="{FF2B5EF4-FFF2-40B4-BE49-F238E27FC236}">
                <a16:creationId xmlns:a16="http://schemas.microsoft.com/office/drawing/2014/main" id="{797F79C1-FB83-AC51-70F8-8E7305F7C8E1}"/>
              </a:ext>
              <a:ext uri="{C183D7F6-B498-43B3-948B-1728B52AA6E4}">
                <adec:decorative xmlns:adec="http://schemas.microsoft.com/office/drawing/2017/decorative" val="1"/>
              </a:ext>
            </a:extLst>
          </p:cNvPr>
          <p:cNvPicPr>
            <a:picLocks noChangeAspect="1"/>
          </p:cNvPicPr>
          <p:nvPr userDrawn="1"/>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8795884" y="6405154"/>
            <a:ext cx="274320" cy="274320"/>
          </a:xfrm>
          <a:prstGeom prst="rect">
            <a:avLst/>
          </a:prstGeom>
        </p:spPr>
      </p:pic>
      <p:sp>
        <p:nvSpPr>
          <p:cNvPr id="15" name="Slide Number Placeholder 5">
            <a:extLst>
              <a:ext uri="{FF2B5EF4-FFF2-40B4-BE49-F238E27FC236}">
                <a16:creationId xmlns:a16="http://schemas.microsoft.com/office/drawing/2014/main" id="{BBDD93F0-5136-93CB-0125-942AA638272F}"/>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6" name="Rectangle 15">
            <a:extLst>
              <a:ext uri="{FF2B5EF4-FFF2-40B4-BE49-F238E27FC236}">
                <a16:creationId xmlns:a16="http://schemas.microsoft.com/office/drawing/2014/main" id="{1FE7A212-2920-1971-09FB-8F2CF45120D7}"/>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0448064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B9D92F9-7505-2024-1DF6-10DB1241A72C}"/>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 uri="{96DAC541-7B7A-43D3-8B79-37D633B846F1}">
                <asvg:svgBlip xmlns:asvg="http://schemas.microsoft.com/office/drawing/2016/SVG/main" r:embed="rId4"/>
              </a:ext>
            </a:extLst>
          </a:blip>
          <a:srcRect l="40898"/>
          <a:stretch/>
        </p:blipFill>
        <p:spPr>
          <a:xfrm>
            <a:off x="0" y="1448221"/>
            <a:ext cx="2197076" cy="3717471"/>
          </a:xfrm>
          <a:prstGeom prst="rect">
            <a:avLst/>
          </a:prstGeom>
        </p:spPr>
      </p:pic>
      <p:sp>
        <p:nvSpPr>
          <p:cNvPr id="21" name="Rectangle 20">
            <a:extLst>
              <a:ext uri="{FF2B5EF4-FFF2-40B4-BE49-F238E27FC236}">
                <a16:creationId xmlns:a16="http://schemas.microsoft.com/office/drawing/2014/main" id="{7D296A0E-AA2F-B543-BCEA-D30C665A2BA2}"/>
              </a:ext>
              <a:ext uri="{C183D7F6-B498-43B3-948B-1728B52AA6E4}">
                <adec:decorative xmlns:adec="http://schemas.microsoft.com/office/drawing/2017/decorative" val="1"/>
              </a:ext>
            </a:extLst>
          </p:cNvPr>
          <p:cNvSpPr/>
          <p:nvPr userDrawn="1"/>
        </p:nvSpPr>
        <p:spPr>
          <a:xfrm>
            <a:off x="380999" y="851548"/>
            <a:ext cx="6687981"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2" name="Rectangle 21">
            <a:extLst>
              <a:ext uri="{FF2B5EF4-FFF2-40B4-BE49-F238E27FC236}">
                <a16:creationId xmlns:a16="http://schemas.microsoft.com/office/drawing/2014/main" id="{FF4E35C9-2754-CF70-29E7-27AC12CE482E}"/>
              </a:ext>
              <a:ext uri="{C183D7F6-B498-43B3-948B-1728B52AA6E4}">
                <adec:decorative xmlns:adec="http://schemas.microsoft.com/office/drawing/2017/decorative" val="1"/>
              </a:ext>
            </a:extLst>
          </p:cNvPr>
          <p:cNvSpPr/>
          <p:nvPr userDrawn="1"/>
        </p:nvSpPr>
        <p:spPr>
          <a:xfrm>
            <a:off x="380999" y="380999"/>
            <a:ext cx="6687981"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69AAB6D3-CF07-3A44-F37A-9DEF7B82B56B}"/>
              </a:ext>
              <a:ext uri="{C183D7F6-B498-43B3-948B-1728B52AA6E4}">
                <adec:decorative xmlns:adec="http://schemas.microsoft.com/office/drawing/2017/decorative" val="1"/>
              </a:ext>
            </a:extLst>
          </p:cNvPr>
          <p:cNvGrpSpPr/>
          <p:nvPr userDrawn="1"/>
        </p:nvGrpSpPr>
        <p:grpSpPr>
          <a:xfrm>
            <a:off x="522515" y="505268"/>
            <a:ext cx="810985" cy="212272"/>
            <a:chOff x="1883229" y="800099"/>
            <a:chExt cx="810985" cy="212272"/>
          </a:xfrm>
        </p:grpSpPr>
        <p:sp>
          <p:nvSpPr>
            <p:cNvPr id="18" name="Oval 17">
              <a:extLst>
                <a:ext uri="{FF2B5EF4-FFF2-40B4-BE49-F238E27FC236}">
                  <a16:creationId xmlns:a16="http://schemas.microsoft.com/office/drawing/2014/main" id="{16E4DBAB-D882-5741-A690-F28CB547E059}"/>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59414570-C554-43C4-DF59-67790E6DBEB8}"/>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9EC5277-EFEF-467F-A8E8-3AB6A62F3A0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385644" y="841808"/>
            <a:ext cx="6712153" cy="4012867"/>
          </a:xfrm>
        </p:spPr>
        <p:txBody>
          <a:bodyPr anchor="ctr"/>
          <a:lstStyle>
            <a:lvl1pPr algn="ctr">
              <a:defRPr sz="5400"/>
            </a:lvl1pPr>
          </a:lstStyle>
          <a:p>
            <a:r>
              <a:rPr lang="en-US" dirty="0"/>
              <a:t>Click to add title</a:t>
            </a:r>
          </a:p>
        </p:txBody>
      </p:sp>
      <p:sp>
        <p:nvSpPr>
          <p:cNvPr id="3" name="Rectangle: Rounded Corners 2">
            <a:extLst>
              <a:ext uri="{FF2B5EF4-FFF2-40B4-BE49-F238E27FC236}">
                <a16:creationId xmlns:a16="http://schemas.microsoft.com/office/drawing/2014/main" id="{A63774F2-22B6-2050-1FA9-905E2B2B5FD4}"/>
              </a:ext>
              <a:ext uri="{C183D7F6-B498-43B3-948B-1728B52AA6E4}">
                <adec:decorative xmlns:adec="http://schemas.microsoft.com/office/drawing/2017/decorative" val="1"/>
              </a:ext>
            </a:extLst>
          </p:cNvPr>
          <p:cNvSpPr/>
          <p:nvPr userDrawn="1"/>
        </p:nvSpPr>
        <p:spPr>
          <a:xfrm>
            <a:off x="720532" y="4854677"/>
            <a:ext cx="6008915" cy="652923"/>
          </a:xfrm>
          <a:prstGeom prst="roundRect">
            <a:avLst>
              <a:gd name="adj" fmla="val 50000"/>
            </a:avLst>
          </a:prstGeom>
          <a:solidFill>
            <a:schemeClr val="accent2"/>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ubtitle 2">
            <a:extLst>
              <a:ext uri="{FF2B5EF4-FFF2-40B4-BE49-F238E27FC236}">
                <a16:creationId xmlns:a16="http://schemas.microsoft.com/office/drawing/2014/main" id="{D406CD66-4AAA-6429-2E99-B4514373C2AE}"/>
              </a:ext>
            </a:extLst>
          </p:cNvPr>
          <p:cNvSpPr>
            <a:spLocks noGrp="1"/>
          </p:cNvSpPr>
          <p:nvPr>
            <p:ph type="subTitle" idx="1" hasCustomPrompt="1"/>
          </p:nvPr>
        </p:nvSpPr>
        <p:spPr>
          <a:xfrm>
            <a:off x="734784" y="4854677"/>
            <a:ext cx="6008915" cy="652923"/>
          </a:xfrm>
        </p:spPr>
        <p:txBody>
          <a:bodyPr anchor="ctr">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1" name="Freeform: Shape 30">
            <a:extLst>
              <a:ext uri="{FF2B5EF4-FFF2-40B4-BE49-F238E27FC236}">
                <a16:creationId xmlns:a16="http://schemas.microsoft.com/office/drawing/2014/main" id="{A037F58E-633A-20EC-118A-2A3039E204FC}"/>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9400"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3">
            <a:extLst>
              <a:ext uri="{FF2B5EF4-FFF2-40B4-BE49-F238E27FC236}">
                <a16:creationId xmlns:a16="http://schemas.microsoft.com/office/drawing/2014/main" id="{683E7202-D4FD-97A5-44A7-EC8436DA2BFF}"/>
              </a:ext>
              <a:ext uri="{C183D7F6-B498-43B3-948B-1728B52AA6E4}">
                <adec:decorative xmlns:adec="http://schemas.microsoft.com/office/drawing/2017/decorative" val="1"/>
              </a:ext>
            </a:extLst>
          </p:cNvPr>
          <p:cNvSpPr/>
          <p:nvPr userDrawn="1"/>
        </p:nvSpPr>
        <p:spPr>
          <a:xfrm>
            <a:off x="7453932" y="851548"/>
            <a:ext cx="4353117" cy="500540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680E844-DC94-8DC4-9D32-BFCC7888727A}"/>
              </a:ext>
              <a:ext uri="{C183D7F6-B498-43B3-948B-1728B52AA6E4}">
                <adec:decorative xmlns:adec="http://schemas.microsoft.com/office/drawing/2017/decorative" val="1"/>
              </a:ext>
            </a:extLst>
          </p:cNvPr>
          <p:cNvSpPr/>
          <p:nvPr userDrawn="1"/>
        </p:nvSpPr>
        <p:spPr>
          <a:xfrm>
            <a:off x="7453932" y="380999"/>
            <a:ext cx="4353117" cy="47055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890C8A32-35EB-644B-4A78-F0837BB8C9A5}"/>
              </a:ext>
              <a:ext uri="{C183D7F6-B498-43B3-948B-1728B52AA6E4}">
                <adec:decorative xmlns:adec="http://schemas.microsoft.com/office/drawing/2017/decorative" val="1"/>
              </a:ext>
            </a:extLst>
          </p:cNvPr>
          <p:cNvGrpSpPr/>
          <p:nvPr userDrawn="1"/>
        </p:nvGrpSpPr>
        <p:grpSpPr>
          <a:xfrm>
            <a:off x="7595447" y="505268"/>
            <a:ext cx="810985" cy="212272"/>
            <a:chOff x="1883229" y="800099"/>
            <a:chExt cx="810985" cy="212272"/>
          </a:xfrm>
        </p:grpSpPr>
        <p:sp>
          <p:nvSpPr>
            <p:cNvPr id="29" name="Oval 28">
              <a:extLst>
                <a:ext uri="{FF2B5EF4-FFF2-40B4-BE49-F238E27FC236}">
                  <a16:creationId xmlns:a16="http://schemas.microsoft.com/office/drawing/2014/main" id="{7D61DD85-A825-A396-2A30-039913643826}"/>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AE29ECB8-2561-5C06-11F4-9DAB13E88AF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AE27364-A704-A922-E89E-C44E9040E1E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Picture Placeholder 35">
            <a:extLst>
              <a:ext uri="{FF2B5EF4-FFF2-40B4-BE49-F238E27FC236}">
                <a16:creationId xmlns:a16="http://schemas.microsoft.com/office/drawing/2014/main" id="{E5704C24-F4AD-72DA-159C-32CBFB1AFD4B}"/>
              </a:ext>
            </a:extLst>
          </p:cNvPr>
          <p:cNvSpPr>
            <a:spLocks noGrp="1"/>
          </p:cNvSpPr>
          <p:nvPr>
            <p:ph type="pic" sz="quarter" idx="18"/>
          </p:nvPr>
        </p:nvSpPr>
        <p:spPr>
          <a:xfrm>
            <a:off x="7466631" y="859509"/>
            <a:ext cx="4324485" cy="4983480"/>
          </a:xfrm>
        </p:spPr>
        <p:txBody>
          <a:bodyPr/>
          <a:lstStyle>
            <a:lvl1pPr marL="0" indent="0" algn="ctr">
              <a:buNone/>
              <a:defRPr sz="2000"/>
            </a:lvl1pPr>
          </a:lstStyle>
          <a:p>
            <a:r>
              <a:rPr lang="en-US"/>
              <a:t>Click icon to add picture</a:t>
            </a:r>
            <a:endParaRPr lang="en-US" dirty="0"/>
          </a:p>
        </p:txBody>
      </p:sp>
      <p:sp>
        <p:nvSpPr>
          <p:cNvPr id="7" name="Rectangle 6">
            <a:extLst>
              <a:ext uri="{FF2B5EF4-FFF2-40B4-BE49-F238E27FC236}">
                <a16:creationId xmlns:a16="http://schemas.microsoft.com/office/drawing/2014/main" id="{579CD2F2-6C1D-5B8C-C5CF-40222BAE8609}"/>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B216551A-8E0E-2E51-2D2F-BD765A674C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Date Placeholder 3">
            <a:extLst>
              <a:ext uri="{FF2B5EF4-FFF2-40B4-BE49-F238E27FC236}">
                <a16:creationId xmlns:a16="http://schemas.microsoft.com/office/drawing/2014/main" id="{B612F406-221C-DFC9-5B2E-A6B4A06FF4C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12" name="Graphic 11">
            <a:extLst>
              <a:ext uri="{FF2B5EF4-FFF2-40B4-BE49-F238E27FC236}">
                <a16:creationId xmlns:a16="http://schemas.microsoft.com/office/drawing/2014/main" id="{A08FB81D-7980-C91F-E68F-CA152DB4AD8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011" y="6405154"/>
            <a:ext cx="274320" cy="274320"/>
          </a:xfrm>
          <a:prstGeom prst="rect">
            <a:avLst/>
          </a:prstGeom>
        </p:spPr>
      </p:pic>
      <p:pic>
        <p:nvPicPr>
          <p:cNvPr id="15" name="Graphic 14">
            <a:extLst>
              <a:ext uri="{FF2B5EF4-FFF2-40B4-BE49-F238E27FC236}">
                <a16:creationId xmlns:a16="http://schemas.microsoft.com/office/drawing/2014/main" id="{C790F93D-BC22-F46A-6921-211237434936}"/>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9168948" y="6405154"/>
            <a:ext cx="274320" cy="274320"/>
          </a:xfrm>
          <a:prstGeom prst="rect">
            <a:avLst/>
          </a:prstGeom>
        </p:spPr>
      </p:pic>
      <p:pic>
        <p:nvPicPr>
          <p:cNvPr id="16" name="Graphic 15">
            <a:extLst>
              <a:ext uri="{FF2B5EF4-FFF2-40B4-BE49-F238E27FC236}">
                <a16:creationId xmlns:a16="http://schemas.microsoft.com/office/drawing/2014/main" id="{CBA151EE-A96C-A1AB-6996-3FF8F8AFA1D2}"/>
              </a:ext>
              <a:ext uri="{C183D7F6-B498-43B3-948B-1728B52AA6E4}">
                <adec:decorative xmlns:adec="http://schemas.microsoft.com/office/drawing/2017/decorative" val="1"/>
              </a:ext>
            </a:extLst>
          </p:cNvPr>
          <p:cNvPicPr>
            <a:picLocks noChangeAspect="1"/>
          </p:cNvPicPr>
          <p:nvPr userDrawn="1"/>
        </p:nvPicPr>
        <p:blipFill rotWithShape="1">
          <a:blip r:embed="rId9" cstate="hq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3558" t="13558" r="13558" b="13558"/>
          <a:stretch/>
        </p:blipFill>
        <p:spPr>
          <a:xfrm>
            <a:off x="8795884" y="6405154"/>
            <a:ext cx="274320" cy="274320"/>
          </a:xfrm>
          <a:prstGeom prst="rect">
            <a:avLst/>
          </a:prstGeom>
        </p:spPr>
      </p:pic>
      <p:sp>
        <p:nvSpPr>
          <p:cNvPr id="33" name="Slide Number Placeholder 5">
            <a:extLst>
              <a:ext uri="{FF2B5EF4-FFF2-40B4-BE49-F238E27FC236}">
                <a16:creationId xmlns:a16="http://schemas.microsoft.com/office/drawing/2014/main" id="{0FBE0826-C479-F9B2-BE8C-B31F4CD98E4C}"/>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34" name="Rectangle 33">
            <a:extLst>
              <a:ext uri="{FF2B5EF4-FFF2-40B4-BE49-F238E27FC236}">
                <a16:creationId xmlns:a16="http://schemas.microsoft.com/office/drawing/2014/main" id="{62278FC6-6AA7-8092-6593-32685312359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3839226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BA79ADB4-793B-694B-0F44-63AED5A3B60F}"/>
              </a:ext>
            </a:extLst>
          </p:cNvPr>
          <p:cNvSpPr>
            <a:spLocks noGrp="1"/>
          </p:cNvSpPr>
          <p:nvPr>
            <p:ph type="title" hasCustomPrompt="1"/>
          </p:nvPr>
        </p:nvSpPr>
        <p:spPr>
          <a:xfrm>
            <a:off x="641350" y="530572"/>
            <a:ext cx="10907016" cy="1162882"/>
          </a:xfrm>
        </p:spPr>
        <p:txBody>
          <a:bodyPr tIns="182880"/>
          <a:lstStyle>
            <a:lvl1pPr algn="l">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50" y="1917700"/>
            <a:ext cx="10907016" cy="3340099"/>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874C63F8-081B-3D1E-1EC2-A59B7627A0F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0B6F8D9-3C25-DDB8-6C45-D06BF5D837DD}"/>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BA069417-406B-7583-F175-EE9B3830EE82}"/>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11" name="Graphic 10">
            <a:extLst>
              <a:ext uri="{FF2B5EF4-FFF2-40B4-BE49-F238E27FC236}">
                <a16:creationId xmlns:a16="http://schemas.microsoft.com/office/drawing/2014/main" id="{8DDC80A3-1127-C309-CCCF-459D4B365B0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A7D4C341-6443-CB24-41AE-09E84AA6E89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53FCF92-6C55-D212-BCA4-51709D62AC13}"/>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6" name="Slide Number Placeholder 5">
            <a:extLst>
              <a:ext uri="{FF2B5EF4-FFF2-40B4-BE49-F238E27FC236}">
                <a16:creationId xmlns:a16="http://schemas.microsoft.com/office/drawing/2014/main" id="{25EF7369-613A-D7D3-3478-17904CF31D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72B5CA49-A7D8-662B-28C7-95B7B7AD441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170599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327CAC6E-6513-EFEF-80DD-DC09D9C4B1CD}"/>
              </a:ext>
              <a:ext uri="{C183D7F6-B498-43B3-948B-1728B52AA6E4}">
                <adec:decorative xmlns:adec="http://schemas.microsoft.com/office/drawing/2017/decorative" val="1"/>
              </a:ext>
            </a:extLst>
          </p:cNvPr>
          <p:cNvSpPr/>
          <p:nvPr userDrawn="1"/>
        </p:nvSpPr>
        <p:spPr>
          <a:xfrm>
            <a:off x="8151132" y="1"/>
            <a:ext cx="4040868" cy="2484203"/>
          </a:xfrm>
          <a:custGeom>
            <a:avLst/>
            <a:gdLst>
              <a:gd name="connsiteX0" fmla="*/ 1639501 w 4040868"/>
              <a:gd name="connsiteY0" fmla="*/ 0 h 2484203"/>
              <a:gd name="connsiteX1" fmla="*/ 1927972 w 4040868"/>
              <a:gd name="connsiteY1" fmla="*/ 0 h 2484203"/>
              <a:gd name="connsiteX2" fmla="*/ 1936047 w 4040868"/>
              <a:gd name="connsiteY2" fmla="*/ 69832 h 2484203"/>
              <a:gd name="connsiteX3" fmla="*/ 1871145 w 4040868"/>
              <a:gd name="connsiteY3" fmla="*/ 561938 h 2484203"/>
              <a:gd name="connsiteX4" fmla="*/ 1876589 w 4040868"/>
              <a:gd name="connsiteY4" fmla="*/ 1144624 h 2484203"/>
              <a:gd name="connsiteX5" fmla="*/ 2418931 w 4040868"/>
              <a:gd name="connsiteY5" fmla="*/ 931295 h 2484203"/>
              <a:gd name="connsiteX6" fmla="*/ 3278854 w 4040868"/>
              <a:gd name="connsiteY6" fmla="*/ 718297 h 2484203"/>
              <a:gd name="connsiteX7" fmla="*/ 3403625 w 4040868"/>
              <a:gd name="connsiteY7" fmla="*/ 1595367 h 2484203"/>
              <a:gd name="connsiteX8" fmla="*/ 3409135 w 4040868"/>
              <a:gd name="connsiteY8" fmla="*/ 2178165 h 2484203"/>
              <a:gd name="connsiteX9" fmla="*/ 3951362 w 4040868"/>
              <a:gd name="connsiteY9" fmla="*/ 1964825 h 2484203"/>
              <a:gd name="connsiteX10" fmla="*/ 4040868 w 4040868"/>
              <a:gd name="connsiteY10" fmla="*/ 1907085 h 2484203"/>
              <a:gd name="connsiteX11" fmla="*/ 4040868 w 4040868"/>
              <a:gd name="connsiteY11" fmla="*/ 2245468 h 2484203"/>
              <a:gd name="connsiteX12" fmla="*/ 3897247 w 4040868"/>
              <a:gd name="connsiteY12" fmla="*/ 2338115 h 2484203"/>
              <a:gd name="connsiteX13" fmla="*/ 3250168 w 4040868"/>
              <a:gd name="connsiteY13" fmla="*/ 2413957 h 2484203"/>
              <a:gd name="connsiteX14" fmla="*/ 3125358 w 4040868"/>
              <a:gd name="connsiteY14" fmla="*/ 1536797 h 2484203"/>
              <a:gd name="connsiteX15" fmla="*/ 3119853 w 4040868"/>
              <a:gd name="connsiteY15" fmla="*/ 954065 h 2484203"/>
              <a:gd name="connsiteX16" fmla="*/ 2577517 w 4040868"/>
              <a:gd name="connsiteY16" fmla="*/ 1167400 h 2484203"/>
              <a:gd name="connsiteX17" fmla="*/ 1717591 w 4040868"/>
              <a:gd name="connsiteY17" fmla="*/ 1380395 h 2484203"/>
              <a:gd name="connsiteX18" fmla="*/ 1592853 w 4040868"/>
              <a:gd name="connsiteY18" fmla="*/ 503348 h 2484203"/>
              <a:gd name="connsiteX19" fmla="*/ 1642974 w 4040868"/>
              <a:gd name="connsiteY19" fmla="*/ 8510 h 2484203"/>
              <a:gd name="connsiteX20" fmla="*/ 0 w 4040868"/>
              <a:gd name="connsiteY20" fmla="*/ 0 h 2484203"/>
              <a:gd name="connsiteX21" fmla="*/ 285293 w 4040868"/>
              <a:gd name="connsiteY21" fmla="*/ 0 h 2484203"/>
              <a:gd name="connsiteX22" fmla="*/ 288683 w 4040868"/>
              <a:gd name="connsiteY22" fmla="*/ 23305 h 2484203"/>
              <a:gd name="connsiteX23" fmla="*/ 344260 w 4040868"/>
              <a:gd name="connsiteY23" fmla="*/ 111230 h 2484203"/>
              <a:gd name="connsiteX24" fmla="*/ 728339 w 4040868"/>
              <a:gd name="connsiteY24" fmla="*/ 1794 h 2484203"/>
              <a:gd name="connsiteX25" fmla="*/ 731070 w 4040868"/>
              <a:gd name="connsiteY25" fmla="*/ 0 h 2484203"/>
              <a:gd name="connsiteX26" fmla="*/ 1253365 w 4040868"/>
              <a:gd name="connsiteY26" fmla="*/ 0 h 2484203"/>
              <a:gd name="connsiteX27" fmla="*/ 1203261 w 4040868"/>
              <a:gd name="connsiteY27" fmla="*/ 30014 h 2484203"/>
              <a:gd name="connsiteX28" fmla="*/ 1045098 w 4040868"/>
              <a:gd name="connsiteY28" fmla="*/ 133945 h 2484203"/>
              <a:gd name="connsiteX29" fmla="*/ 185259 w 4040868"/>
              <a:gd name="connsiteY29" fmla="*/ 346999 h 2484203"/>
              <a:gd name="connsiteX30" fmla="*/ 8682 w 4040868"/>
              <a:gd name="connsiteY30" fmla="*/ 75030 h 2484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040868" h="2484203">
                <a:moveTo>
                  <a:pt x="1639501" y="0"/>
                </a:moveTo>
                <a:lnTo>
                  <a:pt x="1927972" y="0"/>
                </a:lnTo>
                <a:lnTo>
                  <a:pt x="1936047" y="69832"/>
                </a:lnTo>
                <a:cubicBezTo>
                  <a:pt x="1941935" y="225592"/>
                  <a:pt x="1905398" y="399199"/>
                  <a:pt x="1871145" y="561938"/>
                </a:cubicBezTo>
                <a:cubicBezTo>
                  <a:pt x="1818675" y="811204"/>
                  <a:pt x="1764412" y="1068972"/>
                  <a:pt x="1876589" y="1144624"/>
                </a:cubicBezTo>
                <a:cubicBezTo>
                  <a:pt x="1988767" y="1220276"/>
                  <a:pt x="2207469" y="1073404"/>
                  <a:pt x="2418931" y="931295"/>
                </a:cubicBezTo>
                <a:cubicBezTo>
                  <a:pt x="2695019" y="745819"/>
                  <a:pt x="3007951" y="535602"/>
                  <a:pt x="3278854" y="718297"/>
                </a:cubicBezTo>
                <a:cubicBezTo>
                  <a:pt x="3549759" y="900994"/>
                  <a:pt x="3472126" y="1269896"/>
                  <a:pt x="3403625" y="1595367"/>
                </a:cubicBezTo>
                <a:cubicBezTo>
                  <a:pt x="3351132" y="1844684"/>
                  <a:pt x="3296911" y="2102481"/>
                  <a:pt x="3409135" y="2178165"/>
                </a:cubicBezTo>
                <a:cubicBezTo>
                  <a:pt x="3521360" y="2253848"/>
                  <a:pt x="3739918" y="2106880"/>
                  <a:pt x="3951362" y="1964825"/>
                </a:cubicBezTo>
                <a:lnTo>
                  <a:pt x="4040868" y="1907085"/>
                </a:lnTo>
                <a:lnTo>
                  <a:pt x="4040868" y="2245468"/>
                </a:lnTo>
                <a:lnTo>
                  <a:pt x="3897247" y="2338115"/>
                </a:lnTo>
                <a:cubicBezTo>
                  <a:pt x="3680078" y="2466935"/>
                  <a:pt x="3453297" y="2550946"/>
                  <a:pt x="3250168" y="2413957"/>
                </a:cubicBezTo>
                <a:cubicBezTo>
                  <a:pt x="2979295" y="2231282"/>
                  <a:pt x="3056854" y="1862273"/>
                  <a:pt x="3125358" y="1536797"/>
                </a:cubicBezTo>
                <a:cubicBezTo>
                  <a:pt x="3177820" y="1287528"/>
                  <a:pt x="3232077" y="1029749"/>
                  <a:pt x="3119853" y="954065"/>
                </a:cubicBezTo>
                <a:cubicBezTo>
                  <a:pt x="3007628" y="878381"/>
                  <a:pt x="2788984" y="1025298"/>
                  <a:pt x="2577517" y="1167400"/>
                </a:cubicBezTo>
                <a:cubicBezTo>
                  <a:pt x="2301431" y="1352887"/>
                  <a:pt x="1988500" y="1563095"/>
                  <a:pt x="1717591" y="1380395"/>
                </a:cubicBezTo>
                <a:cubicBezTo>
                  <a:pt x="1446683" y="1197696"/>
                  <a:pt x="1524354" y="828830"/>
                  <a:pt x="1592853" y="503348"/>
                </a:cubicBezTo>
                <a:cubicBezTo>
                  <a:pt x="1632232" y="316369"/>
                  <a:pt x="1672597" y="124625"/>
                  <a:pt x="1642974" y="8510"/>
                </a:cubicBezTo>
                <a:close/>
                <a:moveTo>
                  <a:pt x="0" y="0"/>
                </a:moveTo>
                <a:lnTo>
                  <a:pt x="285293" y="0"/>
                </a:lnTo>
                <a:lnTo>
                  <a:pt x="288683" y="23305"/>
                </a:lnTo>
                <a:cubicBezTo>
                  <a:pt x="298556" y="62009"/>
                  <a:pt x="316206" y="92310"/>
                  <a:pt x="344260" y="111230"/>
                </a:cubicBezTo>
                <a:cubicBezTo>
                  <a:pt x="428424" y="167989"/>
                  <a:pt x="572407" y="99511"/>
                  <a:pt x="728339" y="1794"/>
                </a:cubicBezTo>
                <a:lnTo>
                  <a:pt x="731070" y="0"/>
                </a:lnTo>
                <a:lnTo>
                  <a:pt x="1253365" y="0"/>
                </a:lnTo>
                <a:lnTo>
                  <a:pt x="1203261" y="30014"/>
                </a:lnTo>
                <a:cubicBezTo>
                  <a:pt x="1151276" y="62590"/>
                  <a:pt x="1097964" y="98419"/>
                  <a:pt x="1045098" y="133945"/>
                </a:cubicBezTo>
                <a:cubicBezTo>
                  <a:pt x="769005" y="319427"/>
                  <a:pt x="456124" y="529669"/>
                  <a:pt x="185259" y="346999"/>
                </a:cubicBezTo>
                <a:cubicBezTo>
                  <a:pt x="83685" y="278498"/>
                  <a:pt x="31110" y="183804"/>
                  <a:pt x="8682" y="75030"/>
                </a:cubicBezTo>
                <a:close/>
              </a:path>
            </a:pathLst>
          </a:custGeom>
          <a:solidFill>
            <a:schemeClr val="accent2">
              <a:lumMod val="20000"/>
              <a:lumOff val="80000"/>
              <a:alpha val="50000"/>
            </a:schemeClr>
          </a:solidFill>
          <a:ln w="15939"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4" name="Graphic 13">
            <a:extLst>
              <a:ext uri="{FF2B5EF4-FFF2-40B4-BE49-F238E27FC236}">
                <a16:creationId xmlns:a16="http://schemas.microsoft.com/office/drawing/2014/main" id="{39D0D1EA-36A7-6453-1FD4-3D8EDB9E322A}"/>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l="40898"/>
          <a:stretch/>
        </p:blipFill>
        <p:spPr>
          <a:xfrm>
            <a:off x="0" y="2536372"/>
            <a:ext cx="2197076" cy="3717471"/>
          </a:xfrm>
          <a:prstGeom prst="rect">
            <a:avLst/>
          </a:prstGeom>
        </p:spPr>
      </p:pic>
      <p:grpSp>
        <p:nvGrpSpPr>
          <p:cNvPr id="11" name="Group 10">
            <a:extLst>
              <a:ext uri="{FF2B5EF4-FFF2-40B4-BE49-F238E27FC236}">
                <a16:creationId xmlns:a16="http://schemas.microsoft.com/office/drawing/2014/main" id="{956C6AF7-C52F-0661-9756-4ACF5F53D270}"/>
              </a:ext>
              <a:ext uri="{C183D7F6-B498-43B3-948B-1728B52AA6E4}">
                <adec:decorative xmlns:adec="http://schemas.microsoft.com/office/drawing/2017/decorative" val="1"/>
              </a:ext>
            </a:extLst>
          </p:cNvPr>
          <p:cNvGrpSpPr/>
          <p:nvPr userDrawn="1"/>
        </p:nvGrpSpPr>
        <p:grpSpPr>
          <a:xfrm>
            <a:off x="1698171" y="691024"/>
            <a:ext cx="8795658" cy="5475954"/>
            <a:chOff x="1698171" y="691024"/>
            <a:chExt cx="8795658" cy="5475954"/>
          </a:xfrm>
        </p:grpSpPr>
        <p:grpSp>
          <p:nvGrpSpPr>
            <p:cNvPr id="6" name="Group 5">
              <a:extLst>
                <a:ext uri="{FF2B5EF4-FFF2-40B4-BE49-F238E27FC236}">
                  <a16:creationId xmlns:a16="http://schemas.microsoft.com/office/drawing/2014/main" id="{28E9A7E9-8102-96E8-3AFE-500CB362A1DC}"/>
                </a:ext>
              </a:extLst>
            </p:cNvPr>
            <p:cNvGrpSpPr/>
            <p:nvPr userDrawn="1"/>
          </p:nvGrpSpPr>
          <p:grpSpPr>
            <a:xfrm>
              <a:off x="1698171" y="691024"/>
              <a:ext cx="8795658" cy="5475954"/>
              <a:chOff x="1466850" y="380320"/>
              <a:chExt cx="9258300" cy="5763985"/>
            </a:xfrm>
          </p:grpSpPr>
          <p:sp>
            <p:nvSpPr>
              <p:cNvPr id="4" name="Rectangle 3">
                <a:extLst>
                  <a:ext uri="{FF2B5EF4-FFF2-40B4-BE49-F238E27FC236}">
                    <a16:creationId xmlns:a16="http://schemas.microsoft.com/office/drawing/2014/main" id="{053ECDAF-8D46-3B38-8636-403A9D6E1AE5}"/>
                  </a:ext>
                </a:extLst>
              </p:cNvPr>
              <p:cNvSpPr/>
              <p:nvPr userDrawn="1"/>
            </p:nvSpPr>
            <p:spPr>
              <a:xfrm>
                <a:off x="1466850" y="875620"/>
                <a:ext cx="9258300" cy="526868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F9042C5-541D-EACD-1550-73F521EE58CE}"/>
                  </a:ext>
                </a:extLst>
              </p:cNvPr>
              <p:cNvSpPr/>
              <p:nvPr userDrawn="1"/>
            </p:nvSpPr>
            <p:spPr>
              <a:xfrm>
                <a:off x="1466850" y="380320"/>
                <a:ext cx="925830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9">
              <a:extLst>
                <a:ext uri="{FF2B5EF4-FFF2-40B4-BE49-F238E27FC236}">
                  <a16:creationId xmlns:a16="http://schemas.microsoft.com/office/drawing/2014/main" id="{C316982B-45E5-11C7-13E9-FFB7118F3739}"/>
                </a:ext>
              </a:extLst>
            </p:cNvPr>
            <p:cNvGrpSpPr/>
            <p:nvPr userDrawn="1"/>
          </p:nvGrpSpPr>
          <p:grpSpPr>
            <a:xfrm>
              <a:off x="1839686" y="815293"/>
              <a:ext cx="810985" cy="212272"/>
              <a:chOff x="1883229" y="800099"/>
              <a:chExt cx="810985" cy="212272"/>
            </a:xfrm>
          </p:grpSpPr>
          <p:sp>
            <p:nvSpPr>
              <p:cNvPr id="7" name="Oval 6">
                <a:extLst>
                  <a:ext uri="{FF2B5EF4-FFF2-40B4-BE49-F238E27FC236}">
                    <a16:creationId xmlns:a16="http://schemas.microsoft.com/office/drawing/2014/main" id="{BAEAE856-A4AE-737F-5F25-C2D45CCF9350}"/>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1869E9B6-7A5C-6135-A347-B48DCD6D4E3A}"/>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4D07301-3180-6D7F-A1D1-2011E615007D}"/>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626326" y="1224098"/>
            <a:ext cx="8939349" cy="3717472"/>
          </a:xfrm>
        </p:spPr>
        <p:txBody>
          <a:bodyPr anchor="ctr">
            <a:noAutofit/>
          </a:bodyPr>
          <a:lstStyle>
            <a:lvl1pPr algn="ctr">
              <a:defRPr sz="6000"/>
            </a:lvl1pPr>
          </a:lstStyle>
          <a:p>
            <a:r>
              <a:rPr lang="en-US" dirty="0"/>
              <a:t>Click to add title</a:t>
            </a:r>
          </a:p>
        </p:txBody>
      </p:sp>
      <p:sp>
        <p:nvSpPr>
          <p:cNvPr id="13" name="Rectangle: Rounded Corners 12">
            <a:extLst>
              <a:ext uri="{FF2B5EF4-FFF2-40B4-BE49-F238E27FC236}">
                <a16:creationId xmlns:a16="http://schemas.microsoft.com/office/drawing/2014/main" id="{CB0A1C84-853A-628A-A9BA-CA6C9B1A535E}"/>
              </a:ext>
              <a:ext uri="{C183D7F6-B498-43B3-948B-1728B52AA6E4}">
                <adec:decorative xmlns:adec="http://schemas.microsoft.com/office/drawing/2017/decorative" val="1"/>
              </a:ext>
            </a:extLst>
          </p:cNvPr>
          <p:cNvSpPr/>
          <p:nvPr userDrawn="1"/>
        </p:nvSpPr>
        <p:spPr>
          <a:xfrm>
            <a:off x="2460173" y="5017288"/>
            <a:ext cx="7271656" cy="652923"/>
          </a:xfrm>
          <a:prstGeom prst="roundRect">
            <a:avLst>
              <a:gd name="adj" fmla="val 50000"/>
            </a:avLst>
          </a:prstGeom>
          <a:solidFill>
            <a:schemeClr val="accent6"/>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2460171" y="5017288"/>
            <a:ext cx="7271657" cy="652923"/>
          </a:xfrm>
        </p:spPr>
        <p:txBody>
          <a:bodyPr anchor="ctr">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916498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233416" y="1933575"/>
            <a:ext cx="5312664"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50" y="1933575"/>
            <a:ext cx="5314950" cy="3661683"/>
          </a:xfrm>
          <a:prstGeom prst="roundRect">
            <a:avLst>
              <a:gd name="adj" fmla="val 9932"/>
            </a:avLst>
          </a:prstGeom>
          <a:solidFill>
            <a:schemeClr val="accent5">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7AB85A72-D42C-6248-9886-01A284D0AE4C}"/>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10" name="Rectangle 9">
            <a:extLst>
              <a:ext uri="{FF2B5EF4-FFF2-40B4-BE49-F238E27FC236}">
                <a16:creationId xmlns:a16="http://schemas.microsoft.com/office/drawing/2014/main" id="{A0C8E618-75F9-458D-3A62-1F2682AD94F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1A417590-A410-1B88-C23B-74EA0E7EA5A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20C0BEF1-6AFB-D9F2-2B8C-DF15558CAB57}"/>
              </a:ext>
            </a:extLst>
          </p:cNvPr>
          <p:cNvSpPr>
            <a:spLocks noGrp="1"/>
          </p:cNvSpPr>
          <p:nvPr>
            <p:ph sz="half" idx="14" hasCustomPrompt="1"/>
          </p:nvPr>
        </p:nvSpPr>
        <p:spPr>
          <a:xfrm>
            <a:off x="888999" y="2343150"/>
            <a:ext cx="4873446"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2">
            <a:extLst>
              <a:ext uri="{FF2B5EF4-FFF2-40B4-BE49-F238E27FC236}">
                <a16:creationId xmlns:a16="http://schemas.microsoft.com/office/drawing/2014/main" id="{F9B32CC6-748C-4CAB-2EAB-F498EBD8B32C}"/>
              </a:ext>
            </a:extLst>
          </p:cNvPr>
          <p:cNvSpPr>
            <a:spLocks noGrp="1"/>
          </p:cNvSpPr>
          <p:nvPr>
            <p:ph sz="half" idx="15" hasCustomPrompt="1"/>
          </p:nvPr>
        </p:nvSpPr>
        <p:spPr>
          <a:xfrm>
            <a:off x="6496321" y="2343150"/>
            <a:ext cx="4873446" cy="2990850"/>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95B39729-974D-AA19-321C-259F9E677498}"/>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15" name="Graphic 14">
            <a:extLst>
              <a:ext uri="{FF2B5EF4-FFF2-40B4-BE49-F238E27FC236}">
                <a16:creationId xmlns:a16="http://schemas.microsoft.com/office/drawing/2014/main" id="{D0225ACC-FFD9-6B8F-F487-1D67910EA8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7" name="Graphic 16">
            <a:extLst>
              <a:ext uri="{FF2B5EF4-FFF2-40B4-BE49-F238E27FC236}">
                <a16:creationId xmlns:a16="http://schemas.microsoft.com/office/drawing/2014/main" id="{61D0E68D-DD6F-159D-E995-52C3D7D5EAA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8" name="Graphic 17">
            <a:extLst>
              <a:ext uri="{FF2B5EF4-FFF2-40B4-BE49-F238E27FC236}">
                <a16:creationId xmlns:a16="http://schemas.microsoft.com/office/drawing/2014/main" id="{FB0E3525-56EE-84A4-2487-4BBC37B43DF1}"/>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9" name="Slide Number Placeholder 5">
            <a:extLst>
              <a:ext uri="{FF2B5EF4-FFF2-40B4-BE49-F238E27FC236}">
                <a16:creationId xmlns:a16="http://schemas.microsoft.com/office/drawing/2014/main" id="{3F9CA93E-AA01-748E-065E-20F3E1A1A058}"/>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0" name="Rectangle 19">
            <a:extLst>
              <a:ext uri="{FF2B5EF4-FFF2-40B4-BE49-F238E27FC236}">
                <a16:creationId xmlns:a16="http://schemas.microsoft.com/office/drawing/2014/main" id="{0043D476-B609-7D5A-A9DF-7D73B31B13A5}"/>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43089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8124824" y="1933575"/>
            <a:ext cx="3421255"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641349" y="1933575"/>
            <a:ext cx="7174103" cy="3661683"/>
          </a:xfrm>
          <a:prstGeom prst="roundRect">
            <a:avLst>
              <a:gd name="adj" fmla="val 9932"/>
            </a:avLst>
          </a:prstGeom>
          <a:solidFill>
            <a:schemeClr val="accent3">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48533775-BAF7-CC9D-D6AD-AD60D3BA94FD}"/>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888998" y="2343150"/>
            <a:ext cx="6762631" cy="2994868"/>
          </a:xfrm>
        </p:spPr>
        <p:txBody>
          <a:bodyPr/>
          <a:lstStyle>
            <a:lvl1pPr marL="0" indent="0">
              <a:lnSpc>
                <a:spcPts val="1900"/>
              </a:lnSpc>
              <a:spcBef>
                <a:spcPts val="1000"/>
              </a:spcBef>
              <a:buNone/>
              <a:defRPr sz="1800"/>
            </a:lvl1pPr>
            <a:lvl2pPr marL="228600">
              <a:lnSpc>
                <a:spcPts val="1900"/>
              </a:lnSpc>
              <a:spcBef>
                <a:spcPts val="1000"/>
              </a:spcBef>
              <a:defRPr sz="1800"/>
            </a:lvl2pPr>
            <a:lvl3pPr marL="685800">
              <a:lnSpc>
                <a:spcPts val="1900"/>
              </a:lnSpc>
              <a:spcBef>
                <a:spcPts val="1000"/>
              </a:spcBef>
              <a:defRPr sz="1800"/>
            </a:lvl3pPr>
            <a:lvl4pPr marL="1143000">
              <a:lnSpc>
                <a:spcPts val="1900"/>
              </a:lnSpc>
              <a:spcBef>
                <a:spcPts val="1000"/>
              </a:spcBef>
              <a:defRPr sz="1800"/>
            </a:lvl4pPr>
            <a:lvl5pPr marL="1600200">
              <a:lnSpc>
                <a:spcPts val="1900"/>
              </a:lnSpc>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96275" y="2343150"/>
            <a:ext cx="3062967" cy="2990850"/>
          </a:xfrm>
        </p:spPr>
        <p:txBody>
          <a:bodyPr/>
          <a:lstStyle>
            <a:lvl1pPr>
              <a:lnSpc>
                <a:spcPts val="1900"/>
              </a:lnSpc>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7E94BBE0-379D-0165-CAC7-1F8B11D76D1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Connector 14">
            <a:extLst>
              <a:ext uri="{FF2B5EF4-FFF2-40B4-BE49-F238E27FC236}">
                <a16:creationId xmlns:a16="http://schemas.microsoft.com/office/drawing/2014/main" id="{F202F7C8-DEF9-7613-2C2E-1BE67CDD0A47}"/>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ate Placeholder 3">
            <a:extLst>
              <a:ext uri="{FF2B5EF4-FFF2-40B4-BE49-F238E27FC236}">
                <a16:creationId xmlns:a16="http://schemas.microsoft.com/office/drawing/2014/main" id="{160EE65A-711D-F38D-9188-D4EAE00310C9}"/>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18" name="Graphic 17">
            <a:extLst>
              <a:ext uri="{FF2B5EF4-FFF2-40B4-BE49-F238E27FC236}">
                <a16:creationId xmlns:a16="http://schemas.microsoft.com/office/drawing/2014/main" id="{528D3B9C-A39A-B7F4-9EF1-8DACD6392DB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9" name="Graphic 18">
            <a:extLst>
              <a:ext uri="{FF2B5EF4-FFF2-40B4-BE49-F238E27FC236}">
                <a16:creationId xmlns:a16="http://schemas.microsoft.com/office/drawing/2014/main" id="{025BC426-76D2-E6A7-7ACC-B430676DC17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20" name="Graphic 19">
            <a:extLst>
              <a:ext uri="{FF2B5EF4-FFF2-40B4-BE49-F238E27FC236}">
                <a16:creationId xmlns:a16="http://schemas.microsoft.com/office/drawing/2014/main" id="{BEC2F84A-080B-721D-C47A-BA27BCE90CA7}"/>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1" name="Slide Number Placeholder 5">
            <a:extLst>
              <a:ext uri="{FF2B5EF4-FFF2-40B4-BE49-F238E27FC236}">
                <a16:creationId xmlns:a16="http://schemas.microsoft.com/office/drawing/2014/main" id="{AEAD915F-02B9-E376-AEE8-C9188A70E1AA}"/>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2" name="Rectangle 21">
            <a:extLst>
              <a:ext uri="{FF2B5EF4-FFF2-40B4-BE49-F238E27FC236}">
                <a16:creationId xmlns:a16="http://schemas.microsoft.com/office/drawing/2014/main" id="{2991E374-28A1-DAB0-74F1-E14DD473374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93546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41A884-237A-64B6-32E7-217992605B3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245F31-81CB-7608-A735-BE1B508EC03F}"/>
              </a:ext>
            </a:extLst>
          </p:cNvPr>
          <p:cNvSpPr>
            <a:spLocks noGrp="1"/>
          </p:cNvSpPr>
          <p:nvPr>
            <p:ph type="title" hasCustomPrompt="1"/>
          </p:nvPr>
        </p:nvSpPr>
        <p:spPr>
          <a:xfrm>
            <a:off x="641349" y="403224"/>
            <a:ext cx="5946389" cy="2219552"/>
          </a:xfrm>
        </p:spPr>
        <p:txBody>
          <a:bodyPr anchor="b"/>
          <a:lstStyle>
            <a:lvl1pPr>
              <a:defRPr sz="3200"/>
            </a:lvl1pPr>
          </a:lstStyle>
          <a:p>
            <a:r>
              <a:rPr lang="en-US" dirty="0"/>
              <a:t>Click to add title</a:t>
            </a:r>
          </a:p>
        </p:txBody>
      </p:sp>
      <p:sp>
        <p:nvSpPr>
          <p:cNvPr id="15" name="Text Placeholder 14">
            <a:extLst>
              <a:ext uri="{FF2B5EF4-FFF2-40B4-BE49-F238E27FC236}">
                <a16:creationId xmlns:a16="http://schemas.microsoft.com/office/drawing/2014/main" id="{25D911D6-AEFE-1CA4-D41D-B9157575E483}"/>
              </a:ext>
            </a:extLst>
          </p:cNvPr>
          <p:cNvSpPr>
            <a:spLocks noGrp="1"/>
          </p:cNvSpPr>
          <p:nvPr>
            <p:ph type="body" sz="quarter" idx="10" hasCustomPrompt="1"/>
          </p:nvPr>
        </p:nvSpPr>
        <p:spPr>
          <a:xfrm>
            <a:off x="641349" y="2884714"/>
            <a:ext cx="5946389" cy="199753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6" name="Group 15">
            <a:extLst>
              <a:ext uri="{FF2B5EF4-FFF2-40B4-BE49-F238E27FC236}">
                <a16:creationId xmlns:a16="http://schemas.microsoft.com/office/drawing/2014/main" id="{C9D8C8DC-9BBB-5079-F2BB-7AFCEF6C3AED}"/>
              </a:ext>
              <a:ext uri="{C183D7F6-B498-43B3-948B-1728B52AA6E4}">
                <adec:decorative xmlns:adec="http://schemas.microsoft.com/office/drawing/2017/decorative" val="1"/>
              </a:ext>
            </a:extLst>
          </p:cNvPr>
          <p:cNvGrpSpPr/>
          <p:nvPr userDrawn="1"/>
        </p:nvGrpSpPr>
        <p:grpSpPr>
          <a:xfrm>
            <a:off x="7357061" y="1320978"/>
            <a:ext cx="3550424" cy="3561705"/>
            <a:chOff x="1698171" y="691024"/>
            <a:chExt cx="3550424" cy="3561705"/>
          </a:xfrm>
        </p:grpSpPr>
        <p:grpSp>
          <p:nvGrpSpPr>
            <p:cNvPr id="17" name="Group 16">
              <a:extLst>
                <a:ext uri="{FF2B5EF4-FFF2-40B4-BE49-F238E27FC236}">
                  <a16:creationId xmlns:a16="http://schemas.microsoft.com/office/drawing/2014/main" id="{58853234-6427-C6E9-934B-8E3D20680399}"/>
                </a:ext>
              </a:extLst>
            </p:cNvPr>
            <p:cNvGrpSpPr/>
            <p:nvPr userDrawn="1"/>
          </p:nvGrpSpPr>
          <p:grpSpPr>
            <a:xfrm>
              <a:off x="1698171" y="691024"/>
              <a:ext cx="3550424" cy="3561705"/>
              <a:chOff x="1466850" y="380319"/>
              <a:chExt cx="3737172" cy="3749048"/>
            </a:xfrm>
          </p:grpSpPr>
          <p:sp>
            <p:nvSpPr>
              <p:cNvPr id="22" name="Rectangle 21">
                <a:extLst>
                  <a:ext uri="{FF2B5EF4-FFF2-40B4-BE49-F238E27FC236}">
                    <a16:creationId xmlns:a16="http://schemas.microsoft.com/office/drawing/2014/main" id="{24A333EF-A4E5-C14C-30ED-1D0431BF42BD}"/>
                  </a:ext>
                </a:extLst>
              </p:cNvPr>
              <p:cNvSpPr/>
              <p:nvPr userDrawn="1"/>
            </p:nvSpPr>
            <p:spPr>
              <a:xfrm>
                <a:off x="1466850" y="875621"/>
                <a:ext cx="3737172" cy="32537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7DA7D0A-FCD9-8D61-7756-4D154DAE693F}"/>
                  </a:ext>
                </a:extLst>
              </p:cNvPr>
              <p:cNvSpPr/>
              <p:nvPr userDrawn="1"/>
            </p:nvSpPr>
            <p:spPr>
              <a:xfrm>
                <a:off x="1466850" y="380320"/>
                <a:ext cx="373717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FAAD6121-8E16-380C-3CEE-AA15587ABCCA}"/>
                </a:ext>
              </a:extLst>
            </p:cNvPr>
            <p:cNvGrpSpPr/>
            <p:nvPr userDrawn="1"/>
          </p:nvGrpSpPr>
          <p:grpSpPr>
            <a:xfrm>
              <a:off x="1839686" y="815293"/>
              <a:ext cx="810985" cy="212272"/>
              <a:chOff x="1883229" y="800099"/>
              <a:chExt cx="810985" cy="212272"/>
            </a:xfrm>
          </p:grpSpPr>
          <p:sp>
            <p:nvSpPr>
              <p:cNvPr id="19" name="Oval 18">
                <a:extLst>
                  <a:ext uri="{FF2B5EF4-FFF2-40B4-BE49-F238E27FC236}">
                    <a16:creationId xmlns:a16="http://schemas.microsoft.com/office/drawing/2014/main" id="{FB5606C5-9513-E7A1-2E78-26147F56380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57FCFA69-6517-C9E2-41E5-851F0B39E300}"/>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1DB0373-9CE8-0C17-DC5D-A761A9680A7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9" name="Rectangle 8">
            <a:extLst>
              <a:ext uri="{FF2B5EF4-FFF2-40B4-BE49-F238E27FC236}">
                <a16:creationId xmlns:a16="http://schemas.microsoft.com/office/drawing/2014/main" id="{8208C6DE-C3F7-D9D8-5020-CC917762A35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BAD6D2E6-00C3-DFC4-E3CC-F7667A4CF42A}"/>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A1250816-70E6-472B-5427-B70F068971C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28" name="Graphic 27">
            <a:extLst>
              <a:ext uri="{FF2B5EF4-FFF2-40B4-BE49-F238E27FC236}">
                <a16:creationId xmlns:a16="http://schemas.microsoft.com/office/drawing/2014/main" id="{843018F2-43DC-265A-AC49-91D41C8BF00C}"/>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29" name="Graphic 28">
            <a:extLst>
              <a:ext uri="{FF2B5EF4-FFF2-40B4-BE49-F238E27FC236}">
                <a16:creationId xmlns:a16="http://schemas.microsoft.com/office/drawing/2014/main" id="{42402DB9-1860-2811-AF1D-2D4273F21768}"/>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5" name="Picture Placeholder 4">
            <a:extLst>
              <a:ext uri="{FF2B5EF4-FFF2-40B4-BE49-F238E27FC236}">
                <a16:creationId xmlns:a16="http://schemas.microsoft.com/office/drawing/2014/main" id="{62D499E7-F68F-77A3-7384-16F7358B1FAF}"/>
              </a:ext>
            </a:extLst>
          </p:cNvPr>
          <p:cNvSpPr>
            <a:spLocks noGrp="1"/>
          </p:cNvSpPr>
          <p:nvPr>
            <p:ph type="pic" sz="quarter" idx="11"/>
          </p:nvPr>
        </p:nvSpPr>
        <p:spPr>
          <a:xfrm>
            <a:off x="7377033" y="1809865"/>
            <a:ext cx="3520440" cy="3063240"/>
          </a:xfrm>
          <a:ln w="38100">
            <a:noFill/>
          </a:ln>
        </p:spPr>
        <p:txBody>
          <a:bodyPr/>
          <a:lstStyle>
            <a:lvl1pPr marL="0" indent="0" algn="ctr">
              <a:buNone/>
              <a:defRPr sz="2000"/>
            </a:lvl1pPr>
          </a:lstStyle>
          <a:p>
            <a:r>
              <a:rPr lang="en-US"/>
              <a:t>Click icon to add picture</a:t>
            </a:r>
            <a:endParaRPr lang="en-US" dirty="0"/>
          </a:p>
        </p:txBody>
      </p:sp>
      <p:sp>
        <p:nvSpPr>
          <p:cNvPr id="12" name="Date Placeholder 3">
            <a:extLst>
              <a:ext uri="{FF2B5EF4-FFF2-40B4-BE49-F238E27FC236}">
                <a16:creationId xmlns:a16="http://schemas.microsoft.com/office/drawing/2014/main" id="{3215DAD2-571F-6D7B-15E5-224268BDE287}"/>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sp>
        <p:nvSpPr>
          <p:cNvPr id="31" name="Rectangle 30">
            <a:extLst>
              <a:ext uri="{FF2B5EF4-FFF2-40B4-BE49-F238E27FC236}">
                <a16:creationId xmlns:a16="http://schemas.microsoft.com/office/drawing/2014/main" id="{FE724EE9-07D6-911A-3D7F-82EBAF5605E3}"/>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
        <p:nvSpPr>
          <p:cNvPr id="30" name="Slide Number Placeholder 5">
            <a:extLst>
              <a:ext uri="{FF2B5EF4-FFF2-40B4-BE49-F238E27FC236}">
                <a16:creationId xmlns:a16="http://schemas.microsoft.com/office/drawing/2014/main" id="{6DE1CF9C-D85F-CED5-1FFF-902538AAD6D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280362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0999" y="380999"/>
            <a:ext cx="11430000" cy="1643137"/>
            <a:chOff x="1698170" y="691024"/>
            <a:chExt cx="11430000" cy="1643137"/>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0" y="691024"/>
              <a:ext cx="11430000" cy="1643137"/>
              <a:chOff x="1466849" y="380320"/>
              <a:chExt cx="12031205" cy="1729565"/>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49" y="875621"/>
                <a:ext cx="12031204" cy="123426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49" y="380320"/>
                <a:ext cx="12031205"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380999" y="2252872"/>
            <a:ext cx="11429999" cy="3635330"/>
            <a:chOff x="1698170" y="691024"/>
            <a:chExt cx="11429999" cy="363533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0" y="691024"/>
              <a:ext cx="11429999" cy="3635330"/>
              <a:chOff x="1466849" y="380320"/>
              <a:chExt cx="12031203" cy="3826546"/>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12031202" cy="3331245"/>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49" y="380320"/>
                <a:ext cx="12031202"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itle 1">
            <a:extLst>
              <a:ext uri="{FF2B5EF4-FFF2-40B4-BE49-F238E27FC236}">
                <a16:creationId xmlns:a16="http://schemas.microsoft.com/office/drawing/2014/main" id="{DD7FB8EE-5B3A-2DFB-6FDF-44E5B3D93935}"/>
              </a:ext>
            </a:extLst>
          </p:cNvPr>
          <p:cNvSpPr>
            <a:spLocks noGrp="1"/>
          </p:cNvSpPr>
          <p:nvPr>
            <p:ph type="title" hasCustomPrompt="1"/>
          </p:nvPr>
        </p:nvSpPr>
        <p:spPr>
          <a:xfrm>
            <a:off x="641350" y="990005"/>
            <a:ext cx="10907016" cy="922516"/>
          </a:xfrm>
        </p:spPr>
        <p:txBody>
          <a:bodyPr tIns="182880"/>
          <a:lstStyle>
            <a:lvl1pPr algn="l">
              <a:defRPr sz="3200"/>
            </a:lvl1pPr>
          </a:lstStyle>
          <a:p>
            <a:r>
              <a:rPr lang="en-US" dirty="0"/>
              <a:t>Click to add title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734786" y="3059961"/>
            <a:ext cx="3961039" cy="2467383"/>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6539386C-EDE8-05CD-6687-DDB57EB0D55D}"/>
              </a:ext>
            </a:extLst>
          </p:cNvPr>
          <p:cNvSpPr>
            <a:spLocks noGrp="1"/>
          </p:cNvSpPr>
          <p:nvPr>
            <p:ph type="tbl" sz="quarter" idx="10" hasCustomPrompt="1"/>
          </p:nvPr>
        </p:nvSpPr>
        <p:spPr>
          <a:xfrm>
            <a:off x="5048250" y="3059960"/>
            <a:ext cx="6500116" cy="2467383"/>
          </a:xfrm>
        </p:spPr>
        <p:txBody>
          <a:bodyPr/>
          <a:lstStyle>
            <a:lvl1pPr>
              <a:defRPr sz="2000"/>
            </a:lvl1pPr>
          </a:lstStyle>
          <a:p>
            <a:pPr lvl="0"/>
            <a:r>
              <a:rPr lang="en-US" dirty="0"/>
              <a:t>Click to add table</a:t>
            </a:r>
          </a:p>
        </p:txBody>
      </p:sp>
      <p:sp>
        <p:nvSpPr>
          <p:cNvPr id="10" name="Rectangle 9">
            <a:extLst>
              <a:ext uri="{FF2B5EF4-FFF2-40B4-BE49-F238E27FC236}">
                <a16:creationId xmlns:a16="http://schemas.microsoft.com/office/drawing/2014/main" id="{1E150A47-3CDE-6A2F-544A-5F98134DFA4F}"/>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829F0F-DBDF-07B3-7893-FA37927FB30E}"/>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48B8345A-1B48-25C5-67AE-D78987BEF15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13" name="Graphic 12">
            <a:extLst>
              <a:ext uri="{FF2B5EF4-FFF2-40B4-BE49-F238E27FC236}">
                <a16:creationId xmlns:a16="http://schemas.microsoft.com/office/drawing/2014/main" id="{938A89FC-B8CA-14B7-D2D8-E768D99D86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4" name="Graphic 13">
            <a:extLst>
              <a:ext uri="{FF2B5EF4-FFF2-40B4-BE49-F238E27FC236}">
                <a16:creationId xmlns:a16="http://schemas.microsoft.com/office/drawing/2014/main" id="{3FF78B34-411F-1CA2-E7AE-72EE59FB9109}"/>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3F0324D9-6571-4E22-7F05-EB7C4C25242C}"/>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5AD4638-F38E-56C0-D181-3C9488FAF123}"/>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0E8BB575-A42F-625D-F8C0-71BACF904A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46543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4">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F2D7010-7DD7-3796-25B0-887F020FD7A5}"/>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FE720C36-0F8D-D8C0-9900-9ABBBFF54324}"/>
              </a:ext>
              <a:ext uri="{C183D7F6-B498-43B3-948B-1728B52AA6E4}">
                <adec:decorative xmlns:adec="http://schemas.microsoft.com/office/drawing/2017/decorative" val="1"/>
              </a:ext>
            </a:extLst>
          </p:cNvPr>
          <p:cNvSpPr/>
          <p:nvPr userDrawn="1"/>
        </p:nvSpPr>
        <p:spPr>
          <a:xfrm>
            <a:off x="650494" y="1933575"/>
            <a:ext cx="3421255" cy="3661683"/>
          </a:xfrm>
          <a:prstGeom prst="roundRect">
            <a:avLst>
              <a:gd name="adj" fmla="val 9932"/>
            </a:avLst>
          </a:prstGeom>
          <a:solidFill>
            <a:schemeClr val="accent2">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Rounded Corners 27">
            <a:extLst>
              <a:ext uri="{FF2B5EF4-FFF2-40B4-BE49-F238E27FC236}">
                <a16:creationId xmlns:a16="http://schemas.microsoft.com/office/drawing/2014/main" id="{6CA4DA47-F1FE-347F-D205-7E5F76A50351}"/>
              </a:ext>
              <a:ext uri="{C183D7F6-B498-43B3-948B-1728B52AA6E4}">
                <adec:decorative xmlns:adec="http://schemas.microsoft.com/office/drawing/2017/decorative" val="1"/>
              </a:ext>
            </a:extLst>
          </p:cNvPr>
          <p:cNvSpPr/>
          <p:nvPr userDrawn="1"/>
        </p:nvSpPr>
        <p:spPr>
          <a:xfrm>
            <a:off x="4371976" y="1933575"/>
            <a:ext cx="7174103" cy="3661683"/>
          </a:xfrm>
          <a:prstGeom prst="roundRect">
            <a:avLst>
              <a:gd name="adj" fmla="val 9932"/>
            </a:avLst>
          </a:prstGeom>
          <a:solidFill>
            <a:schemeClr val="accent6">
              <a:alpha val="2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a:extLst>
              <a:ext uri="{FF2B5EF4-FFF2-40B4-BE49-F238E27FC236}">
                <a16:creationId xmlns:a16="http://schemas.microsoft.com/office/drawing/2014/main" id="{038E9543-72F0-3B98-EBDB-95F36BA54FA1}"/>
              </a:ext>
            </a:extLst>
          </p:cNvPr>
          <p:cNvSpPr>
            <a:spLocks noGrp="1"/>
          </p:cNvSpPr>
          <p:nvPr>
            <p:ph type="title" hasCustomPrompt="1"/>
          </p:nvPr>
        </p:nvSpPr>
        <p:spPr>
          <a:xfrm>
            <a:off x="641350" y="576292"/>
            <a:ext cx="10907016" cy="922516"/>
          </a:xfrm>
        </p:spPr>
        <p:txBody>
          <a:bodyPr tIns="182880"/>
          <a:lstStyle>
            <a:lvl1pPr algn="l">
              <a:defRPr sz="3200"/>
            </a:lvl1pPr>
          </a:lstStyle>
          <a:p>
            <a:r>
              <a:rPr lang="en-US" dirty="0"/>
              <a:t>Click to add title</a:t>
            </a:r>
          </a:p>
        </p:txBody>
      </p:sp>
      <p:sp>
        <p:nvSpPr>
          <p:cNvPr id="9" name="Content Placeholder 3">
            <a:extLst>
              <a:ext uri="{FF2B5EF4-FFF2-40B4-BE49-F238E27FC236}">
                <a16:creationId xmlns:a16="http://schemas.microsoft.com/office/drawing/2014/main" id="{EEF67B58-AA53-B48D-DD97-72B3116B22D2}"/>
              </a:ext>
            </a:extLst>
          </p:cNvPr>
          <p:cNvSpPr>
            <a:spLocks noGrp="1"/>
          </p:cNvSpPr>
          <p:nvPr>
            <p:ph sz="half" idx="13" hasCustomPrompt="1"/>
          </p:nvPr>
        </p:nvSpPr>
        <p:spPr>
          <a:xfrm>
            <a:off x="821945" y="2343150"/>
            <a:ext cx="3062967" cy="2990850"/>
          </a:xfrm>
        </p:spPr>
        <p:txBody>
          <a:bodyPr/>
          <a:lstStyle>
            <a:lvl1pPr marL="285750" indent="-285750">
              <a:lnSpc>
                <a:spcPts val="1900"/>
              </a:lnSpc>
              <a:buFont typeface="Arial" panose="020B0604020202020204" pitchFamily="34" charset="0"/>
              <a:buChar char="•"/>
              <a:defRPr sz="1800"/>
            </a:lvl1pPr>
            <a:lvl2pPr marL="742950" indent="-285750">
              <a:lnSpc>
                <a:spcPts val="1900"/>
              </a:lnSpc>
              <a:buFont typeface="Arial" panose="020B0604020202020204" pitchFamily="34" charset="0"/>
              <a:buChar char="•"/>
              <a:defRPr sz="1800"/>
            </a:lvl2pPr>
            <a:lvl3pPr marL="1200150" indent="-285750">
              <a:lnSpc>
                <a:spcPts val="1900"/>
              </a:lnSpc>
              <a:buFont typeface="Arial" panose="020B0604020202020204" pitchFamily="34" charset="0"/>
              <a:buChar char="•"/>
              <a:defRPr sz="1800"/>
            </a:lvl3pPr>
            <a:lvl4pPr marL="1657350" indent="-285750">
              <a:lnSpc>
                <a:spcPts val="1900"/>
              </a:lnSpc>
              <a:buFont typeface="Arial" panose="020B0604020202020204" pitchFamily="34" charset="0"/>
              <a:buChar char="•"/>
              <a:defRPr sz="1800"/>
            </a:lvl4pPr>
            <a:lvl5pPr marL="2114550" indent="-285750">
              <a:lnSpc>
                <a:spcPts val="1900"/>
              </a:lnSpc>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hasCustomPrompt="1"/>
          </p:nvPr>
        </p:nvSpPr>
        <p:spPr>
          <a:xfrm>
            <a:off x="4619626" y="2343150"/>
            <a:ext cx="6626226" cy="2994868"/>
          </a:xfrm>
        </p:spPr>
        <p:txBody>
          <a:bodyPr/>
          <a:lstStyle>
            <a:lvl1pPr marL="0" indent="0">
              <a:lnSpc>
                <a:spcPts val="1900"/>
              </a:lnSpc>
              <a:buNone/>
              <a:defRPr sz="1800"/>
            </a:lvl1pPr>
            <a:lvl2pPr>
              <a:lnSpc>
                <a:spcPts val="1900"/>
              </a:lnSpc>
              <a:defRPr sz="1800"/>
            </a:lvl2pPr>
            <a:lvl3pPr>
              <a:lnSpc>
                <a:spcPts val="1900"/>
              </a:lnSpc>
              <a:defRPr sz="1800"/>
            </a:lvl3pPr>
            <a:lvl4pPr>
              <a:lnSpc>
                <a:spcPts val="1900"/>
              </a:lnSpc>
              <a:defRPr sz="1800"/>
            </a:lvl4pPr>
            <a:lvl5pPr>
              <a:lnSpc>
                <a:spcPts val="19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E0299C66-96F4-78D6-A62C-38668D590AEB}"/>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EC2A6D20-3BBC-4875-E1DD-C75389BF2676}"/>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Placeholder 3">
            <a:extLst>
              <a:ext uri="{FF2B5EF4-FFF2-40B4-BE49-F238E27FC236}">
                <a16:creationId xmlns:a16="http://schemas.microsoft.com/office/drawing/2014/main" id="{0375AD72-FEF2-7BD7-B33E-DE98FDD651EC}"/>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17" name="Graphic 16">
            <a:extLst>
              <a:ext uri="{FF2B5EF4-FFF2-40B4-BE49-F238E27FC236}">
                <a16:creationId xmlns:a16="http://schemas.microsoft.com/office/drawing/2014/main" id="{45C69E5E-6C22-57DA-0C62-9C6B3203222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8" name="Graphic 17">
            <a:extLst>
              <a:ext uri="{FF2B5EF4-FFF2-40B4-BE49-F238E27FC236}">
                <a16:creationId xmlns:a16="http://schemas.microsoft.com/office/drawing/2014/main" id="{34542827-11B9-15CF-AB8E-86115BEF9FA8}"/>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9" name="Graphic 18">
            <a:extLst>
              <a:ext uri="{FF2B5EF4-FFF2-40B4-BE49-F238E27FC236}">
                <a16:creationId xmlns:a16="http://schemas.microsoft.com/office/drawing/2014/main" id="{BEF1536F-20D9-1950-220E-4E6B881E9E50}"/>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20" name="Slide Number Placeholder 5">
            <a:extLst>
              <a:ext uri="{FF2B5EF4-FFF2-40B4-BE49-F238E27FC236}">
                <a16:creationId xmlns:a16="http://schemas.microsoft.com/office/drawing/2014/main" id="{F8E904D7-AB01-FD2A-6191-37814CBD0829}"/>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1" name="Rectangle 20">
            <a:extLst>
              <a:ext uri="{FF2B5EF4-FFF2-40B4-BE49-F238E27FC236}">
                <a16:creationId xmlns:a16="http://schemas.microsoft.com/office/drawing/2014/main" id="{2E5DD3E5-31DE-DE3C-B506-E5AF1EC658CB}"/>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3630598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 name="Table Placeholder 3">
            <a:extLst>
              <a:ext uri="{FF2B5EF4-FFF2-40B4-BE49-F238E27FC236}">
                <a16:creationId xmlns:a16="http://schemas.microsoft.com/office/drawing/2014/main" id="{18AADC3C-8146-4144-3ABA-28E1B1F4AADD}"/>
              </a:ext>
            </a:extLst>
          </p:cNvPr>
          <p:cNvSpPr>
            <a:spLocks noGrp="1"/>
          </p:cNvSpPr>
          <p:nvPr>
            <p:ph type="tbl" sz="quarter" idx="10"/>
          </p:nvPr>
        </p:nvSpPr>
        <p:spPr>
          <a:xfrm>
            <a:off x="4934493" y="1202058"/>
            <a:ext cx="6876504" cy="4270248"/>
          </a:xfrm>
        </p:spPr>
        <p:txBody>
          <a:bodyPr/>
          <a:lstStyle/>
          <a:p>
            <a:r>
              <a:rPr lang="en-US"/>
              <a:t>Click icon to add table</a:t>
            </a:r>
            <a:endParaRPr lang="en-US" dirty="0"/>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2275210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
    <p:spTree>
      <p:nvGrpSpPr>
        <p:cNvPr id="1" name=""/>
        <p:cNvGrpSpPr/>
        <p:nvPr/>
      </p:nvGrpSpPr>
      <p:grpSpPr>
        <a:xfrm>
          <a:off x="0" y="0"/>
          <a:ext cx="0" cy="0"/>
          <a:chOff x="0" y="0"/>
          <a:chExt cx="0" cy="0"/>
        </a:xfrm>
      </p:grpSpPr>
      <p:sp>
        <p:nvSpPr>
          <p:cNvPr id="61" name="Rectangle: Rounded Corners 60">
            <a:extLst>
              <a:ext uri="{FF2B5EF4-FFF2-40B4-BE49-F238E27FC236}">
                <a16:creationId xmlns:a16="http://schemas.microsoft.com/office/drawing/2014/main" id="{85477807-ECB9-BBC9-E832-2FE89AC328DD}"/>
              </a:ext>
              <a:ext uri="{C183D7F6-B498-43B3-948B-1728B52AA6E4}">
                <adec:decorative xmlns:adec="http://schemas.microsoft.com/office/drawing/2017/decorative" val="1"/>
              </a:ext>
            </a:extLst>
          </p:cNvPr>
          <p:cNvSpPr/>
          <p:nvPr userDrawn="1"/>
        </p:nvSpPr>
        <p:spPr>
          <a:xfrm>
            <a:off x="336550" y="327025"/>
            <a:ext cx="11518900" cy="5561466"/>
          </a:xfrm>
          <a:prstGeom prst="roundRect">
            <a:avLst>
              <a:gd name="adj" fmla="val 1928"/>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964746" y="327023"/>
            <a:ext cx="5931354" cy="5561465"/>
          </a:xfrm>
        </p:spPr>
        <p:txBody>
          <a:bodyPr vert="horz" lIns="91440" tIns="45720" rIns="91440" bIns="45720" rtlCol="0" anchor="ctr">
            <a:noAutofit/>
          </a:bodyPr>
          <a:lstStyle>
            <a:lvl1pPr algn="ctr">
              <a:defRPr lang="en-US" sz="6000" dirty="0"/>
            </a:lvl1pPr>
          </a:lstStyle>
          <a:p>
            <a:pPr lvl="0" algn="ctr"/>
            <a:r>
              <a:rPr lang="en-US" dirty="0"/>
              <a:t>Click to add title</a:t>
            </a:r>
          </a:p>
        </p:txBody>
      </p:sp>
      <p:grpSp>
        <p:nvGrpSpPr>
          <p:cNvPr id="5" name="Group 4">
            <a:extLst>
              <a:ext uri="{FF2B5EF4-FFF2-40B4-BE49-F238E27FC236}">
                <a16:creationId xmlns:a16="http://schemas.microsoft.com/office/drawing/2014/main" id="{FB66CFD9-87C8-0968-9FB0-CF7AE4F612F0}"/>
              </a:ext>
              <a:ext uri="{C183D7F6-B498-43B3-948B-1728B52AA6E4}">
                <adec:decorative xmlns:adec="http://schemas.microsoft.com/office/drawing/2017/decorative" val="1"/>
              </a:ext>
            </a:extLst>
          </p:cNvPr>
          <p:cNvGrpSpPr/>
          <p:nvPr userDrawn="1"/>
        </p:nvGrpSpPr>
        <p:grpSpPr>
          <a:xfrm>
            <a:off x="7575684" y="1200589"/>
            <a:ext cx="3365366" cy="3804114"/>
            <a:chOff x="1698171" y="691024"/>
            <a:chExt cx="3365366" cy="3804114"/>
          </a:xfrm>
        </p:grpSpPr>
        <p:grpSp>
          <p:nvGrpSpPr>
            <p:cNvPr id="7" name="Group 6">
              <a:extLst>
                <a:ext uri="{FF2B5EF4-FFF2-40B4-BE49-F238E27FC236}">
                  <a16:creationId xmlns:a16="http://schemas.microsoft.com/office/drawing/2014/main" id="{5571AD75-22F7-E387-8455-0EE6231C2AA8}"/>
                </a:ext>
              </a:extLst>
            </p:cNvPr>
            <p:cNvGrpSpPr/>
            <p:nvPr userDrawn="1"/>
          </p:nvGrpSpPr>
          <p:grpSpPr>
            <a:xfrm>
              <a:off x="1698171" y="691024"/>
              <a:ext cx="3365366" cy="3804114"/>
              <a:chOff x="1466850" y="380320"/>
              <a:chExt cx="3542380" cy="4004209"/>
            </a:xfrm>
          </p:grpSpPr>
          <p:sp>
            <p:nvSpPr>
              <p:cNvPr id="25" name="Rectangle 24">
                <a:extLst>
                  <a:ext uri="{FF2B5EF4-FFF2-40B4-BE49-F238E27FC236}">
                    <a16:creationId xmlns:a16="http://schemas.microsoft.com/office/drawing/2014/main" id="{14EBD37B-479C-8610-9921-3DD1D3B53203}"/>
                  </a:ext>
                </a:extLst>
              </p:cNvPr>
              <p:cNvSpPr/>
              <p:nvPr userDrawn="1"/>
            </p:nvSpPr>
            <p:spPr>
              <a:xfrm>
                <a:off x="1466850" y="875620"/>
                <a:ext cx="3542380" cy="3508909"/>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E9DA007-4D12-4E50-8A2A-BFEB557D2755}"/>
                  </a:ext>
                </a:extLst>
              </p:cNvPr>
              <p:cNvSpPr/>
              <p:nvPr userDrawn="1"/>
            </p:nvSpPr>
            <p:spPr>
              <a:xfrm>
                <a:off x="1466850" y="380320"/>
                <a:ext cx="3542380"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 name="Group 8">
              <a:extLst>
                <a:ext uri="{FF2B5EF4-FFF2-40B4-BE49-F238E27FC236}">
                  <a16:creationId xmlns:a16="http://schemas.microsoft.com/office/drawing/2014/main" id="{43696F41-7A57-6A71-48E0-57DC0FD1F45D}"/>
                </a:ext>
              </a:extLst>
            </p:cNvPr>
            <p:cNvGrpSpPr/>
            <p:nvPr userDrawn="1"/>
          </p:nvGrpSpPr>
          <p:grpSpPr>
            <a:xfrm>
              <a:off x="1839686" y="815293"/>
              <a:ext cx="810985" cy="212272"/>
              <a:chOff x="1883229" y="800099"/>
              <a:chExt cx="810985" cy="212272"/>
            </a:xfrm>
          </p:grpSpPr>
          <p:sp>
            <p:nvSpPr>
              <p:cNvPr id="10" name="Oval 9">
                <a:extLst>
                  <a:ext uri="{FF2B5EF4-FFF2-40B4-BE49-F238E27FC236}">
                    <a16:creationId xmlns:a16="http://schemas.microsoft.com/office/drawing/2014/main" id="{29B518BB-BA01-734C-8F35-C569614E32E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20CA477C-B13C-EF0B-F67F-CF0F4D703D69}"/>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5ADDCC6C-0428-0F66-95AF-F34D60323CEB}"/>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7717199" y="1788339"/>
            <a:ext cx="3103201" cy="3092539"/>
          </a:xfrm>
        </p:spPr>
        <p:txBody>
          <a:bodyPr tIns="0" bIns="0" anchor="ctr"/>
          <a:lstStyle>
            <a:lvl1pPr marL="342900" indent="-342900">
              <a:lnSpc>
                <a:spcPct val="150000"/>
              </a:lnSpc>
              <a:buFont typeface="Arial" panose="020B0604020202020204" pitchFamily="34" charset="0"/>
              <a:buChar char="•"/>
              <a:defRPr sz="18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en-US"/>
              <a:t>Click to edit Master text styles</a:t>
            </a:r>
          </a:p>
        </p:txBody>
      </p:sp>
      <p:sp>
        <p:nvSpPr>
          <p:cNvPr id="4" name="Rectangle 3">
            <a:extLst>
              <a:ext uri="{FF2B5EF4-FFF2-40B4-BE49-F238E27FC236}">
                <a16:creationId xmlns:a16="http://schemas.microsoft.com/office/drawing/2014/main" id="{5B5DDDB5-9047-790A-C8B0-D67E44B72323}"/>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29A5963-0FEC-D9BF-54CB-A3D6D118AF4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3">
            <a:extLst>
              <a:ext uri="{FF2B5EF4-FFF2-40B4-BE49-F238E27FC236}">
                <a16:creationId xmlns:a16="http://schemas.microsoft.com/office/drawing/2014/main" id="{427DBEC2-F0F7-1E8A-EDBA-2EB379509666}"/>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11" name="Graphic 10">
            <a:extLst>
              <a:ext uri="{FF2B5EF4-FFF2-40B4-BE49-F238E27FC236}">
                <a16:creationId xmlns:a16="http://schemas.microsoft.com/office/drawing/2014/main" id="{3947C04A-7458-C36D-EE89-0C1F41AF32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12" name="Graphic 11">
            <a:extLst>
              <a:ext uri="{FF2B5EF4-FFF2-40B4-BE49-F238E27FC236}">
                <a16:creationId xmlns:a16="http://schemas.microsoft.com/office/drawing/2014/main" id="{CC13B35D-F747-92EE-37C0-27E1CA8B587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3" name="Graphic 12">
            <a:extLst>
              <a:ext uri="{FF2B5EF4-FFF2-40B4-BE49-F238E27FC236}">
                <a16:creationId xmlns:a16="http://schemas.microsoft.com/office/drawing/2014/main" id="{5DD40548-01E2-C4C3-74D5-E53F4A1C3942}"/>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4" name="Slide Number Placeholder 5">
            <a:extLst>
              <a:ext uri="{FF2B5EF4-FFF2-40B4-BE49-F238E27FC236}">
                <a16:creationId xmlns:a16="http://schemas.microsoft.com/office/drawing/2014/main" id="{F021946D-D90D-3F7E-3E92-78C7E120AFF5}"/>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27" name="Rectangle 26">
            <a:extLst>
              <a:ext uri="{FF2B5EF4-FFF2-40B4-BE49-F238E27FC236}">
                <a16:creationId xmlns:a16="http://schemas.microsoft.com/office/drawing/2014/main" id="{3797D881-DBBF-010E-A63C-99B4B0D412AA}"/>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4092057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8" name="Graphic 4">
            <a:extLst>
              <a:ext uri="{FF2B5EF4-FFF2-40B4-BE49-F238E27FC236}">
                <a16:creationId xmlns:a16="http://schemas.microsoft.com/office/drawing/2014/main" id="{5C92998A-0580-8711-F2CD-BA025D3B492D}"/>
              </a:ext>
              <a:ext uri="{C183D7F6-B498-43B3-948B-1728B52AA6E4}">
                <adec:decorative xmlns:adec="http://schemas.microsoft.com/office/drawing/2017/decorative" val="1"/>
              </a:ext>
            </a:extLst>
          </p:cNvPr>
          <p:cNvGrpSpPr/>
          <p:nvPr/>
        </p:nvGrpSpPr>
        <p:grpSpPr>
          <a:xfrm>
            <a:off x="9573457" y="3490004"/>
            <a:ext cx="2760781" cy="2636487"/>
            <a:chOff x="9757762" y="3673334"/>
            <a:chExt cx="2760781" cy="2636487"/>
          </a:xfrm>
          <a:solidFill>
            <a:schemeClr val="bg1">
              <a:alpha val="50000"/>
            </a:schemeClr>
          </a:solidFill>
        </p:grpSpPr>
        <p:sp>
          <p:nvSpPr>
            <p:cNvPr id="9" name="Freeform: Shape 8">
              <a:extLst>
                <a:ext uri="{FF2B5EF4-FFF2-40B4-BE49-F238E27FC236}">
                  <a16:creationId xmlns:a16="http://schemas.microsoft.com/office/drawing/2014/main" id="{309E8E44-AD09-0DCB-79DA-F363143EB715}"/>
                </a:ext>
              </a:extLst>
            </p:cNvPr>
            <p:cNvSpPr/>
            <p:nvPr/>
          </p:nvSpPr>
          <p:spPr>
            <a:xfrm>
              <a:off x="9757762"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0" name="Freeform: Shape 9">
              <a:extLst>
                <a:ext uri="{FF2B5EF4-FFF2-40B4-BE49-F238E27FC236}">
                  <a16:creationId xmlns:a16="http://schemas.microsoft.com/office/drawing/2014/main" id="{F0C32798-3973-1B39-EA92-336F776B7AA7}"/>
                </a:ext>
              </a:extLst>
            </p:cNvPr>
            <p:cNvSpPr/>
            <p:nvPr/>
          </p:nvSpPr>
          <p:spPr>
            <a:xfrm>
              <a:off x="10777316"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1" name="Freeform: Shape 10">
              <a:extLst>
                <a:ext uri="{FF2B5EF4-FFF2-40B4-BE49-F238E27FC236}">
                  <a16:creationId xmlns:a16="http://schemas.microsoft.com/office/drawing/2014/main" id="{6F2D963B-D621-02DD-1619-684F4DC91490}"/>
                </a:ext>
              </a:extLst>
            </p:cNvPr>
            <p:cNvSpPr/>
            <p:nvPr/>
          </p:nvSpPr>
          <p:spPr>
            <a:xfrm>
              <a:off x="11796885" y="3673334"/>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E491E75D-715D-B554-6983-B8D0F0FF7ECE}"/>
                </a:ext>
              </a:extLst>
            </p:cNvPr>
            <p:cNvSpPr/>
            <p:nvPr/>
          </p:nvSpPr>
          <p:spPr>
            <a:xfrm>
              <a:off x="9757762"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80BE3828-09E2-3B37-DAF2-0F1EF6FBB447}"/>
                </a:ext>
              </a:extLst>
            </p:cNvPr>
            <p:cNvSpPr/>
            <p:nvPr/>
          </p:nvSpPr>
          <p:spPr>
            <a:xfrm>
              <a:off x="10777316"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5" y="503602"/>
                    <a:pt x="0" y="390867"/>
                    <a:pt x="0" y="251801"/>
                  </a:cubicBezTo>
                  <a:cubicBezTo>
                    <a:pt x="0" y="112735"/>
                    <a:pt x="112735"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11BD5FBB-6BCD-9E17-CA4C-DA3621F258BF}"/>
                </a:ext>
              </a:extLst>
            </p:cNvPr>
            <p:cNvSpPr/>
            <p:nvPr/>
          </p:nvSpPr>
          <p:spPr>
            <a:xfrm>
              <a:off x="11796885" y="4731130"/>
              <a:ext cx="503603" cy="503601"/>
            </a:xfrm>
            <a:custGeom>
              <a:avLst/>
              <a:gdLst>
                <a:gd name="connsiteX0" fmla="*/ 503604 w 503603"/>
                <a:gd name="connsiteY0" fmla="*/ 251801 h 503601"/>
                <a:gd name="connsiteX1" fmla="*/ 251802 w 503603"/>
                <a:gd name="connsiteY1" fmla="*/ 503602 h 503601"/>
                <a:gd name="connsiteX2" fmla="*/ 0 w 503603"/>
                <a:gd name="connsiteY2" fmla="*/ 251801 h 503601"/>
                <a:gd name="connsiteX3" fmla="*/ 251802 w 503603"/>
                <a:gd name="connsiteY3" fmla="*/ 0 h 503601"/>
                <a:gd name="connsiteX4" fmla="*/ 503604 w 503603"/>
                <a:gd name="connsiteY4" fmla="*/ 251801 h 503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1">
                  <a:moveTo>
                    <a:pt x="503604" y="251801"/>
                  </a:moveTo>
                  <a:cubicBezTo>
                    <a:pt x="503604" y="390867"/>
                    <a:pt x="390868" y="503602"/>
                    <a:pt x="251802" y="503602"/>
                  </a:cubicBezTo>
                  <a:cubicBezTo>
                    <a:pt x="112736" y="503602"/>
                    <a:pt x="0" y="390867"/>
                    <a:pt x="0" y="251801"/>
                  </a:cubicBezTo>
                  <a:cubicBezTo>
                    <a:pt x="0" y="112735"/>
                    <a:pt x="112736" y="0"/>
                    <a:pt x="251802" y="0"/>
                  </a:cubicBezTo>
                  <a:cubicBezTo>
                    <a:pt x="390868" y="0"/>
                    <a:pt x="503604" y="112735"/>
                    <a:pt x="503604" y="251801"/>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64AD5227-34EB-06BB-7D33-8014F2DE4711}"/>
                </a:ext>
              </a:extLst>
            </p:cNvPr>
            <p:cNvSpPr/>
            <p:nvPr/>
          </p:nvSpPr>
          <p:spPr>
            <a:xfrm>
              <a:off x="9757762" y="5788920"/>
              <a:ext cx="503603" cy="503606"/>
            </a:xfrm>
            <a:custGeom>
              <a:avLst/>
              <a:gdLst>
                <a:gd name="connsiteX0" fmla="*/ 0 w 503603"/>
                <a:gd name="connsiteY0" fmla="*/ 251798 h 503606"/>
                <a:gd name="connsiteX1" fmla="*/ 251802 w 503603"/>
                <a:gd name="connsiteY1" fmla="*/ 0 h 503606"/>
                <a:gd name="connsiteX2" fmla="*/ 503604 w 503603"/>
                <a:gd name="connsiteY2" fmla="*/ 251798 h 503606"/>
                <a:gd name="connsiteX3" fmla="*/ 251802 w 503603"/>
                <a:gd name="connsiteY3" fmla="*/ 503606 h 503606"/>
                <a:gd name="connsiteX4" fmla="*/ 0 w 503603"/>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3" h="503606">
                  <a:moveTo>
                    <a:pt x="0" y="251798"/>
                  </a:moveTo>
                  <a:cubicBezTo>
                    <a:pt x="0" y="112736"/>
                    <a:pt x="112737" y="0"/>
                    <a:pt x="251802" y="0"/>
                  </a:cubicBezTo>
                  <a:cubicBezTo>
                    <a:pt x="390867" y="0"/>
                    <a:pt x="503604" y="112736"/>
                    <a:pt x="503604" y="251798"/>
                  </a:cubicBezTo>
                  <a:cubicBezTo>
                    <a:pt x="503604" y="390859"/>
                    <a:pt x="390869" y="503606"/>
                    <a:pt x="251802" y="503606"/>
                  </a:cubicBezTo>
                  <a:cubicBezTo>
                    <a:pt x="112734"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8A22BFF6-8FC1-1C45-6065-DDBFC3366BC5}"/>
                </a:ext>
              </a:extLst>
            </p:cNvPr>
            <p:cNvSpPr/>
            <p:nvPr/>
          </p:nvSpPr>
          <p:spPr>
            <a:xfrm>
              <a:off x="10777320"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A146F39A-3BE2-E627-E2A8-097C4BA7329F}"/>
                </a:ext>
              </a:extLst>
            </p:cNvPr>
            <p:cNvSpPr/>
            <p:nvPr/>
          </p:nvSpPr>
          <p:spPr>
            <a:xfrm>
              <a:off x="11796889" y="5788920"/>
              <a:ext cx="503608" cy="503606"/>
            </a:xfrm>
            <a:custGeom>
              <a:avLst/>
              <a:gdLst>
                <a:gd name="connsiteX0" fmla="*/ 0 w 503608"/>
                <a:gd name="connsiteY0" fmla="*/ 251798 h 503606"/>
                <a:gd name="connsiteX1" fmla="*/ 251799 w 503608"/>
                <a:gd name="connsiteY1" fmla="*/ 0 h 503606"/>
                <a:gd name="connsiteX2" fmla="*/ 503608 w 503608"/>
                <a:gd name="connsiteY2" fmla="*/ 251798 h 503606"/>
                <a:gd name="connsiteX3" fmla="*/ 251799 w 503608"/>
                <a:gd name="connsiteY3" fmla="*/ 503606 h 503606"/>
                <a:gd name="connsiteX4" fmla="*/ 0 w 503608"/>
                <a:gd name="connsiteY4" fmla="*/ 251798 h 503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608" h="503606">
                  <a:moveTo>
                    <a:pt x="0" y="251798"/>
                  </a:moveTo>
                  <a:cubicBezTo>
                    <a:pt x="0" y="112736"/>
                    <a:pt x="112737" y="0"/>
                    <a:pt x="251799" y="0"/>
                  </a:cubicBezTo>
                  <a:cubicBezTo>
                    <a:pt x="390872" y="0"/>
                    <a:pt x="503608" y="112736"/>
                    <a:pt x="503608" y="251798"/>
                  </a:cubicBezTo>
                  <a:cubicBezTo>
                    <a:pt x="503608" y="390859"/>
                    <a:pt x="390872" y="503606"/>
                    <a:pt x="251799" y="503606"/>
                  </a:cubicBezTo>
                  <a:cubicBezTo>
                    <a:pt x="112737" y="503606"/>
                    <a:pt x="0" y="390870"/>
                    <a:pt x="0" y="251798"/>
                  </a:cubicBezTo>
                  <a:close/>
                </a:path>
              </a:pathLst>
            </a:custGeom>
            <a:solidFill>
              <a:schemeClr val="bg1">
                <a:alpha val="50000"/>
              </a:schemeClr>
            </a:solidFill>
            <a:ln w="136180"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8722D0A-E5E5-85E8-8A98-85D9705FC408}"/>
              </a:ext>
              <a:ext uri="{C183D7F6-B498-43B3-948B-1728B52AA6E4}">
                <adec:decorative xmlns:adec="http://schemas.microsoft.com/office/drawing/2017/decorative" val="1"/>
              </a:ext>
            </a:extLst>
          </p:cNvPr>
          <p:cNvGrpSpPr/>
          <p:nvPr userDrawn="1"/>
        </p:nvGrpSpPr>
        <p:grpSpPr>
          <a:xfrm>
            <a:off x="381000" y="2282879"/>
            <a:ext cx="4269018" cy="3187700"/>
            <a:chOff x="1698171" y="691024"/>
            <a:chExt cx="4269018" cy="3187700"/>
          </a:xfrm>
        </p:grpSpPr>
        <p:grpSp>
          <p:nvGrpSpPr>
            <p:cNvPr id="23" name="Group 22">
              <a:extLst>
                <a:ext uri="{FF2B5EF4-FFF2-40B4-BE49-F238E27FC236}">
                  <a16:creationId xmlns:a16="http://schemas.microsoft.com/office/drawing/2014/main" id="{B6302B80-DDF6-B2B7-6559-5B19EDC98763}"/>
                </a:ext>
              </a:extLst>
            </p:cNvPr>
            <p:cNvGrpSpPr/>
            <p:nvPr userDrawn="1"/>
          </p:nvGrpSpPr>
          <p:grpSpPr>
            <a:xfrm>
              <a:off x="1698171" y="691024"/>
              <a:ext cx="4269018" cy="3187700"/>
              <a:chOff x="1466850" y="380320"/>
              <a:chExt cx="4493564" cy="3355370"/>
            </a:xfrm>
          </p:grpSpPr>
          <p:sp>
            <p:nvSpPr>
              <p:cNvPr id="28" name="Rectangle 27">
                <a:extLst>
                  <a:ext uri="{FF2B5EF4-FFF2-40B4-BE49-F238E27FC236}">
                    <a16:creationId xmlns:a16="http://schemas.microsoft.com/office/drawing/2014/main" id="{81CCE774-3C05-A473-EC2B-CC0477DD95B7}"/>
                  </a:ext>
                </a:extLst>
              </p:cNvPr>
              <p:cNvSpPr/>
              <p:nvPr userDrawn="1"/>
            </p:nvSpPr>
            <p:spPr>
              <a:xfrm>
                <a:off x="1466850" y="875619"/>
                <a:ext cx="4493564" cy="286007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119DFF-8596-5767-9E16-1F5D2A0890B0}"/>
                  </a:ext>
                </a:extLst>
              </p:cNvPr>
              <p:cNvSpPr/>
              <p:nvPr userDrawn="1"/>
            </p:nvSpPr>
            <p:spPr>
              <a:xfrm>
                <a:off x="1466850" y="380320"/>
                <a:ext cx="4493564" cy="495300"/>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66202FE4-E23F-5D9F-6685-2591771D5E07}"/>
                </a:ext>
              </a:extLst>
            </p:cNvPr>
            <p:cNvGrpSpPr/>
            <p:nvPr userDrawn="1"/>
          </p:nvGrpSpPr>
          <p:grpSpPr>
            <a:xfrm>
              <a:off x="1839686" y="815293"/>
              <a:ext cx="810985" cy="212272"/>
              <a:chOff x="1883229" y="800099"/>
              <a:chExt cx="810985" cy="212272"/>
            </a:xfrm>
          </p:grpSpPr>
          <p:sp>
            <p:nvSpPr>
              <p:cNvPr id="25" name="Oval 24">
                <a:extLst>
                  <a:ext uri="{FF2B5EF4-FFF2-40B4-BE49-F238E27FC236}">
                    <a16:creationId xmlns:a16="http://schemas.microsoft.com/office/drawing/2014/main" id="{F1CC1965-068E-9CDB-3C77-0B37519DC63E}"/>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75490BAC-795F-B586-F7A7-4DFB64162F77}"/>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F93C3DAB-2ED3-29C3-4C46-70C1FE5C77D0}"/>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0" name="Title 1">
            <a:extLst>
              <a:ext uri="{FF2B5EF4-FFF2-40B4-BE49-F238E27FC236}">
                <a16:creationId xmlns:a16="http://schemas.microsoft.com/office/drawing/2014/main" id="{85C02728-7F58-1ED1-7B84-326CE837DE29}"/>
              </a:ext>
            </a:extLst>
          </p:cNvPr>
          <p:cNvSpPr>
            <a:spLocks noGrp="1"/>
          </p:cNvSpPr>
          <p:nvPr>
            <p:ph type="title" hasCustomPrompt="1"/>
          </p:nvPr>
        </p:nvSpPr>
        <p:spPr>
          <a:xfrm>
            <a:off x="381000" y="3077710"/>
            <a:ext cx="4269017" cy="2109186"/>
          </a:xfrm>
        </p:spPr>
        <p:txBody>
          <a:bodyPr/>
          <a:lstStyle>
            <a:lvl1pPr algn="ctr">
              <a:defRPr sz="3200"/>
            </a:lvl1pPr>
          </a:lstStyle>
          <a:p>
            <a:r>
              <a:rPr lang="en-US" dirty="0"/>
              <a:t>Click to add title</a:t>
            </a:r>
          </a:p>
        </p:txBody>
      </p:sp>
      <p:grpSp>
        <p:nvGrpSpPr>
          <p:cNvPr id="32" name="Group 31">
            <a:extLst>
              <a:ext uri="{FF2B5EF4-FFF2-40B4-BE49-F238E27FC236}">
                <a16:creationId xmlns:a16="http://schemas.microsoft.com/office/drawing/2014/main" id="{723D7900-A764-0B16-7BED-F9EBD836AC98}"/>
              </a:ext>
              <a:ext uri="{C183D7F6-B498-43B3-948B-1728B52AA6E4}">
                <adec:decorative xmlns:adec="http://schemas.microsoft.com/office/drawing/2017/decorative" val="1"/>
              </a:ext>
            </a:extLst>
          </p:cNvPr>
          <p:cNvGrpSpPr/>
          <p:nvPr userDrawn="1"/>
        </p:nvGrpSpPr>
        <p:grpSpPr>
          <a:xfrm>
            <a:off x="4934496" y="731509"/>
            <a:ext cx="6876503" cy="4739070"/>
            <a:chOff x="1698171" y="691024"/>
            <a:chExt cx="6876503" cy="4739070"/>
          </a:xfrm>
        </p:grpSpPr>
        <p:grpSp>
          <p:nvGrpSpPr>
            <p:cNvPr id="33" name="Group 32">
              <a:extLst>
                <a:ext uri="{FF2B5EF4-FFF2-40B4-BE49-F238E27FC236}">
                  <a16:creationId xmlns:a16="http://schemas.microsoft.com/office/drawing/2014/main" id="{C0DAD512-E415-2CBA-7F91-C6B058A5ADBD}"/>
                </a:ext>
              </a:extLst>
            </p:cNvPr>
            <p:cNvGrpSpPr/>
            <p:nvPr userDrawn="1"/>
          </p:nvGrpSpPr>
          <p:grpSpPr>
            <a:xfrm>
              <a:off x="1698171" y="691024"/>
              <a:ext cx="6876503" cy="4739070"/>
              <a:chOff x="1466850" y="380320"/>
              <a:chExt cx="7238199" cy="4988342"/>
            </a:xfrm>
          </p:grpSpPr>
          <p:sp>
            <p:nvSpPr>
              <p:cNvPr id="38" name="Rectangle 37">
                <a:extLst>
                  <a:ext uri="{FF2B5EF4-FFF2-40B4-BE49-F238E27FC236}">
                    <a16:creationId xmlns:a16="http://schemas.microsoft.com/office/drawing/2014/main" id="{921D068B-EDAE-2B09-0C52-3807110CD594}"/>
                  </a:ext>
                </a:extLst>
              </p:cNvPr>
              <p:cNvSpPr/>
              <p:nvPr userDrawn="1"/>
            </p:nvSpPr>
            <p:spPr>
              <a:xfrm>
                <a:off x="1466850" y="875621"/>
                <a:ext cx="7238199" cy="4493041"/>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6825F6B8-7F31-9F6F-6F40-4446D62B0C09}"/>
                  </a:ext>
                </a:extLst>
              </p:cNvPr>
              <p:cNvSpPr/>
              <p:nvPr userDrawn="1"/>
            </p:nvSpPr>
            <p:spPr>
              <a:xfrm>
                <a:off x="1466850" y="380320"/>
                <a:ext cx="7238199" cy="495301"/>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7110B156-7097-18AF-109C-9129C1D27D5C}"/>
                </a:ext>
              </a:extLst>
            </p:cNvPr>
            <p:cNvGrpSpPr/>
            <p:nvPr userDrawn="1"/>
          </p:nvGrpSpPr>
          <p:grpSpPr>
            <a:xfrm>
              <a:off x="1839686" y="815293"/>
              <a:ext cx="810985" cy="212272"/>
              <a:chOff x="1883229" y="800099"/>
              <a:chExt cx="810985" cy="212272"/>
            </a:xfrm>
          </p:grpSpPr>
          <p:sp>
            <p:nvSpPr>
              <p:cNvPr id="35" name="Oval 34">
                <a:extLst>
                  <a:ext uri="{FF2B5EF4-FFF2-40B4-BE49-F238E27FC236}">
                    <a16:creationId xmlns:a16="http://schemas.microsoft.com/office/drawing/2014/main" id="{868629EE-2788-3490-B87C-FE2A00069885}"/>
                  </a:ext>
                </a:extLst>
              </p:cNvPr>
              <p:cNvSpPr/>
              <p:nvPr userDrawn="1"/>
            </p:nvSpPr>
            <p:spPr>
              <a:xfrm>
                <a:off x="1883229" y="800100"/>
                <a:ext cx="212271" cy="212271"/>
              </a:xfrm>
              <a:prstGeom prst="ellipse">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BD13927A-0814-22EA-70B1-CD822828F18E}"/>
                  </a:ext>
                </a:extLst>
              </p:cNvPr>
              <p:cNvSpPr/>
              <p:nvPr userDrawn="1"/>
            </p:nvSpPr>
            <p:spPr>
              <a:xfrm>
                <a:off x="2182586" y="800100"/>
                <a:ext cx="212271" cy="212271"/>
              </a:xfrm>
              <a:prstGeom prst="ellipse">
                <a:avLst/>
              </a:prstGeom>
              <a:solidFill>
                <a:schemeClr val="accent5"/>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7BEDD65C-96D1-E6E2-62CE-14973E1DB1B4}"/>
                  </a:ext>
                </a:extLst>
              </p:cNvPr>
              <p:cNvSpPr/>
              <p:nvPr userDrawn="1"/>
            </p:nvSpPr>
            <p:spPr>
              <a:xfrm>
                <a:off x="2481943" y="800099"/>
                <a:ext cx="212271" cy="212271"/>
              </a:xfrm>
              <a:prstGeom prst="ellipse">
                <a:avLst/>
              </a:prstGeom>
              <a:solidFill>
                <a:schemeClr val="accent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 name="Content Placeholder 2">
            <a:extLst>
              <a:ext uri="{FF2B5EF4-FFF2-40B4-BE49-F238E27FC236}">
                <a16:creationId xmlns:a16="http://schemas.microsoft.com/office/drawing/2014/main" id="{4C3F06A0-63CE-4272-B90E-4F20296BFBEB}"/>
              </a:ext>
            </a:extLst>
          </p:cNvPr>
          <p:cNvSpPr>
            <a:spLocks noGrp="1"/>
          </p:cNvSpPr>
          <p:nvPr>
            <p:ph idx="1" hasCustomPrompt="1"/>
          </p:nvPr>
        </p:nvSpPr>
        <p:spPr>
          <a:xfrm>
            <a:off x="4934495" y="1202058"/>
            <a:ext cx="6876502" cy="42685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C6DD2ED3-A6F4-FD7E-59F8-1FAE8FBBAC17}"/>
              </a:ext>
              <a:ext uri="{C183D7F6-B498-43B3-948B-1728B52AA6E4}">
                <adec:decorative xmlns:adec="http://schemas.microsoft.com/office/drawing/2017/decorative" val="1"/>
              </a:ext>
            </a:extLst>
          </p:cNvPr>
          <p:cNvPicPr>
            <a:picLocks noChangeAspect="1"/>
          </p:cNvPicPr>
          <p:nvPr userDrawn="1"/>
        </p:nvPicPr>
        <p:blipFill rotWithShape="1">
          <a:blip r:embed="rId2" cstate="hqprint">
            <a:extLst>
              <a:ext uri="{28A0092B-C50C-407E-A947-70E740481C1C}">
                <a14:useLocalDpi xmlns:a14="http://schemas.microsoft.com/office/drawing/2010/main"/>
              </a:ext>
              <a:ext uri="{96DAC541-7B7A-43D3-8B79-37D633B846F1}">
                <asvg:svgBlip xmlns:asvg="http://schemas.microsoft.com/office/drawing/2016/SVG/main" r:embed="rId3"/>
              </a:ext>
            </a:extLst>
          </a:blip>
          <a:srcRect r="15256"/>
          <a:stretch/>
        </p:blipFill>
        <p:spPr>
          <a:xfrm rot="16200000">
            <a:off x="1495710" y="-1028662"/>
            <a:ext cx="2029124" cy="4086444"/>
          </a:xfrm>
          <a:prstGeom prst="rect">
            <a:avLst/>
          </a:prstGeom>
        </p:spPr>
      </p:pic>
      <p:sp>
        <p:nvSpPr>
          <p:cNvPr id="40" name="Rectangle 39">
            <a:extLst>
              <a:ext uri="{FF2B5EF4-FFF2-40B4-BE49-F238E27FC236}">
                <a16:creationId xmlns:a16="http://schemas.microsoft.com/office/drawing/2014/main" id="{8D3D389B-1A71-78E3-E524-47DEFE36F4F5}"/>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63E7AF89-C0F4-4BB7-8B68-933CBF0B3839}"/>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Date Placeholder 3">
            <a:extLst>
              <a:ext uri="{FF2B5EF4-FFF2-40B4-BE49-F238E27FC236}">
                <a16:creationId xmlns:a16="http://schemas.microsoft.com/office/drawing/2014/main" id="{17933C8A-8E9F-F250-DAB7-5B1C82537C7F}"/>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43" name="Graphic 42">
            <a:extLst>
              <a:ext uri="{FF2B5EF4-FFF2-40B4-BE49-F238E27FC236}">
                <a16:creationId xmlns:a16="http://schemas.microsoft.com/office/drawing/2014/main" id="{824FC607-995F-898A-B4E2-47161383123B}"/>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42011" y="6405154"/>
            <a:ext cx="274320" cy="274320"/>
          </a:xfrm>
          <a:prstGeom prst="rect">
            <a:avLst/>
          </a:prstGeom>
        </p:spPr>
      </p:pic>
      <p:pic>
        <p:nvPicPr>
          <p:cNvPr id="44" name="Graphic 43">
            <a:extLst>
              <a:ext uri="{FF2B5EF4-FFF2-40B4-BE49-F238E27FC236}">
                <a16:creationId xmlns:a16="http://schemas.microsoft.com/office/drawing/2014/main" id="{2D6615CA-D60B-84EA-CBF6-70186E3CF675}"/>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a:stretch/>
        </p:blipFill>
        <p:spPr>
          <a:xfrm>
            <a:off x="9168948" y="6405154"/>
            <a:ext cx="274320" cy="274320"/>
          </a:xfrm>
          <a:prstGeom prst="rect">
            <a:avLst/>
          </a:prstGeom>
        </p:spPr>
      </p:pic>
      <p:pic>
        <p:nvPicPr>
          <p:cNvPr id="45" name="Graphic 44">
            <a:extLst>
              <a:ext uri="{FF2B5EF4-FFF2-40B4-BE49-F238E27FC236}">
                <a16:creationId xmlns:a16="http://schemas.microsoft.com/office/drawing/2014/main" id="{88C02DF0-EBE4-4C6F-CE9A-61B39F1F7A18}"/>
              </a:ext>
              <a:ext uri="{C183D7F6-B498-43B3-948B-1728B52AA6E4}">
                <adec:decorative xmlns:adec="http://schemas.microsoft.com/office/drawing/2017/decorative" val="1"/>
              </a:ext>
            </a:extLst>
          </p:cNvPr>
          <p:cNvPicPr>
            <a:picLocks noChangeAspect="1"/>
          </p:cNvPicPr>
          <p:nvPr userDrawn="1"/>
        </p:nvPicPr>
        <p:blipFill rotWithShape="1">
          <a:blip r:embed="rId8" cstate="hqprint">
            <a:extLst>
              <a:ext uri="{28A0092B-C50C-407E-A947-70E740481C1C}">
                <a14:useLocalDpi xmlns:a14="http://schemas.microsoft.com/office/drawing/2010/main"/>
              </a:ext>
              <a:ext uri="{96DAC541-7B7A-43D3-8B79-37D633B846F1}">
                <asvg:svgBlip xmlns:asvg="http://schemas.microsoft.com/office/drawing/2016/SVG/main" r:embed="rId9"/>
              </a:ext>
            </a:extLst>
          </a:blip>
          <a:srcRect l="13558" t="13558" r="13558" b="13558"/>
          <a:stretch/>
        </p:blipFill>
        <p:spPr>
          <a:xfrm>
            <a:off x="8795884" y="6405154"/>
            <a:ext cx="274320" cy="274320"/>
          </a:xfrm>
          <a:prstGeom prst="rect">
            <a:avLst/>
          </a:prstGeom>
        </p:spPr>
      </p:pic>
      <p:sp>
        <p:nvSpPr>
          <p:cNvPr id="46" name="Slide Number Placeholder 5">
            <a:extLst>
              <a:ext uri="{FF2B5EF4-FFF2-40B4-BE49-F238E27FC236}">
                <a16:creationId xmlns:a16="http://schemas.microsoft.com/office/drawing/2014/main" id="{AFEE4071-4B5B-AFB4-B178-D09387257F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47" name="Rectangle 46">
            <a:extLst>
              <a:ext uri="{FF2B5EF4-FFF2-40B4-BE49-F238E27FC236}">
                <a16:creationId xmlns:a16="http://schemas.microsoft.com/office/drawing/2014/main" id="{F3023153-9A4E-D9D3-6DE0-2D3EA610BB11}"/>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907152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DD1964D-F9CA-9278-BD33-03FD979E6627}"/>
              </a:ext>
              <a:ext uri="{C183D7F6-B498-43B3-948B-1728B52AA6E4}">
                <adec:decorative xmlns:adec="http://schemas.microsoft.com/office/drawing/2017/decorative" val="1"/>
              </a:ext>
            </a:extLst>
          </p:cNvPr>
          <p:cNvSpPr/>
          <p:nvPr userDrawn="1"/>
        </p:nvSpPr>
        <p:spPr>
          <a:xfrm>
            <a:off x="0" y="6226629"/>
            <a:ext cx="12192000" cy="63137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B9857CF-1C39-27BB-9B6B-6A0C1DD02B04}"/>
              </a:ext>
              <a:ext uri="{C183D7F6-B498-43B3-948B-1728B52AA6E4}">
                <adec:decorative xmlns:adec="http://schemas.microsoft.com/office/drawing/2017/decorative" val="1"/>
              </a:ext>
            </a:extLst>
          </p:cNvPr>
          <p:cNvCxnSpPr>
            <a:cxnSpLocks/>
          </p:cNvCxnSpPr>
          <p:nvPr userDrawn="1"/>
        </p:nvCxnSpPr>
        <p:spPr>
          <a:xfrm>
            <a:off x="0" y="6226629"/>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3">
            <a:extLst>
              <a:ext uri="{FF2B5EF4-FFF2-40B4-BE49-F238E27FC236}">
                <a16:creationId xmlns:a16="http://schemas.microsoft.com/office/drawing/2014/main" id="{F8B31A7E-FD72-B42E-26A8-319F776C10E0}"/>
              </a:ext>
            </a:extLst>
          </p:cNvPr>
          <p:cNvSpPr>
            <a:spLocks noGrp="1"/>
          </p:cNvSpPr>
          <p:nvPr>
            <p:ph type="dt" sz="half" idx="2"/>
          </p:nvPr>
        </p:nvSpPr>
        <p:spPr>
          <a:xfrm>
            <a:off x="10011833" y="6226628"/>
            <a:ext cx="1560304" cy="631372"/>
          </a:xfrm>
          <a:prstGeom prst="rect">
            <a:avLst/>
          </a:prstGeom>
        </p:spPr>
        <p:txBody>
          <a:bodyPr vert="horz" lIns="91440" tIns="91440" rIns="91440" bIns="45720" rtlCol="0" anchor="ctr"/>
          <a:lstStyle>
            <a:lvl1pPr algn="ctr">
              <a:defRPr sz="1800">
                <a:solidFill>
                  <a:schemeClr val="tx1"/>
                </a:solidFill>
                <a:latin typeface="+mj-lt"/>
              </a:defRPr>
            </a:lvl1pPr>
          </a:lstStyle>
          <a:p>
            <a:fld id="{72B8B865-6043-45BC-B48D-1676CB43D17A}" type="datetime1">
              <a:rPr lang="en-US" smtClean="0"/>
              <a:pPr/>
              <a:t>23-Nov-25</a:t>
            </a:fld>
            <a:endParaRPr lang="en-US" dirty="0"/>
          </a:p>
        </p:txBody>
      </p:sp>
      <p:pic>
        <p:nvPicPr>
          <p:cNvPr id="8" name="Graphic 7">
            <a:extLst>
              <a:ext uri="{FF2B5EF4-FFF2-40B4-BE49-F238E27FC236}">
                <a16:creationId xmlns:a16="http://schemas.microsoft.com/office/drawing/2014/main" id="{92487FC0-E254-7086-CC55-D7BFCEACEF0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542011" y="6405154"/>
            <a:ext cx="274320" cy="274320"/>
          </a:xfrm>
          <a:prstGeom prst="rect">
            <a:avLst/>
          </a:prstGeom>
        </p:spPr>
      </p:pic>
      <p:pic>
        <p:nvPicPr>
          <p:cNvPr id="9" name="Graphic 8">
            <a:extLst>
              <a:ext uri="{FF2B5EF4-FFF2-40B4-BE49-F238E27FC236}">
                <a16:creationId xmlns:a16="http://schemas.microsoft.com/office/drawing/2014/main" id="{2F41C3E4-FF61-A611-F912-98F34421366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168948" y="6405154"/>
            <a:ext cx="274320" cy="274320"/>
          </a:xfrm>
          <a:prstGeom prst="rect">
            <a:avLst/>
          </a:prstGeom>
        </p:spPr>
      </p:pic>
      <p:pic>
        <p:nvPicPr>
          <p:cNvPr id="10" name="Graphic 9">
            <a:extLst>
              <a:ext uri="{FF2B5EF4-FFF2-40B4-BE49-F238E27FC236}">
                <a16:creationId xmlns:a16="http://schemas.microsoft.com/office/drawing/2014/main" id="{0B15F18C-70F5-E214-E8DA-4CFAE27FE301}"/>
              </a:ext>
              <a:ext uri="{C183D7F6-B498-43B3-948B-1728B52AA6E4}">
                <adec:decorative xmlns:adec="http://schemas.microsoft.com/office/drawing/2017/decorative" val="1"/>
              </a:ext>
            </a:extLst>
          </p:cNvPr>
          <p:cNvPicPr>
            <a:picLocks noChangeAspect="1"/>
          </p:cNvPicPr>
          <p:nvPr userDrawn="1"/>
        </p:nvPicPr>
        <p:blipFill rotWithShape="1">
          <a:blip r:embed="rId6" cstate="hq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558" t="13558" r="13558" b="13558"/>
          <a:stretch/>
        </p:blipFill>
        <p:spPr>
          <a:xfrm>
            <a:off x="8795884" y="6405154"/>
            <a:ext cx="274320" cy="274320"/>
          </a:xfrm>
          <a:prstGeom prst="rect">
            <a:avLst/>
          </a:prstGeom>
        </p:spPr>
      </p:pic>
      <p:sp>
        <p:nvSpPr>
          <p:cNvPr id="11" name="Slide Number Placeholder 5">
            <a:extLst>
              <a:ext uri="{FF2B5EF4-FFF2-40B4-BE49-F238E27FC236}">
                <a16:creationId xmlns:a16="http://schemas.microsoft.com/office/drawing/2014/main" id="{7A727095-DB42-91AA-4BB8-1CE63D89BCA2}"/>
              </a:ext>
            </a:extLst>
          </p:cNvPr>
          <p:cNvSpPr>
            <a:spLocks noGrp="1"/>
          </p:cNvSpPr>
          <p:nvPr>
            <p:ph type="sldNum" sz="quarter" idx="4"/>
          </p:nvPr>
        </p:nvSpPr>
        <p:spPr>
          <a:xfrm>
            <a:off x="11572137" y="6226628"/>
            <a:ext cx="630748" cy="631372"/>
          </a:xfrm>
          <a:prstGeom prst="rect">
            <a:avLst/>
          </a:prstGeom>
        </p:spPr>
        <p:txBody>
          <a:bodyPr vert="horz" lIns="91440" tIns="91440" rIns="91440" bIns="45720" rtlCol="0" anchor="ctr"/>
          <a:lstStyle>
            <a:lvl1pPr algn="ctr">
              <a:defRPr lang="en-US" sz="1800" smtClean="0">
                <a:solidFill>
                  <a:schemeClr val="tx1"/>
                </a:solidFill>
                <a:latin typeface="+mj-lt"/>
              </a:defRPr>
            </a:lvl1pPr>
          </a:lstStyle>
          <a:p>
            <a:fld id="{294A09A9-5501-47C1-A89A-A340965A2BE2}" type="slidenum">
              <a:rPr lang="en-US" smtClean="0"/>
              <a:pPr/>
              <a:t>‹#›</a:t>
            </a:fld>
            <a:endParaRPr lang="en-US" dirty="0"/>
          </a:p>
        </p:txBody>
      </p:sp>
      <p:sp>
        <p:nvSpPr>
          <p:cNvPr id="17" name="Rectangle 16">
            <a:extLst>
              <a:ext uri="{FF2B5EF4-FFF2-40B4-BE49-F238E27FC236}">
                <a16:creationId xmlns:a16="http://schemas.microsoft.com/office/drawing/2014/main" id="{6E89DC3C-8238-2625-2CBD-974CA4F819FE}"/>
              </a:ext>
              <a:ext uri="{C183D7F6-B498-43B3-948B-1728B52AA6E4}">
                <adec:decorative xmlns:adec="http://schemas.microsoft.com/office/drawing/2017/decorative" val="1"/>
              </a:ext>
            </a:extLst>
          </p:cNvPr>
          <p:cNvSpPr/>
          <p:nvPr userDrawn="1"/>
        </p:nvSpPr>
        <p:spPr>
          <a:xfrm>
            <a:off x="381001" y="6352731"/>
            <a:ext cx="1306286" cy="397329"/>
          </a:xfrm>
          <a:prstGeom prst="rect">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800" b="1" dirty="0">
                <a:solidFill>
                  <a:schemeClr val="tx1"/>
                </a:solidFill>
                <a:latin typeface="+mn-lt"/>
              </a:rPr>
              <a:t>START</a:t>
            </a:r>
            <a:endParaRPr lang="en-US" b="1" dirty="0">
              <a:solidFill>
                <a:schemeClr val="tx1"/>
              </a:solidFill>
              <a:latin typeface="+mn-lt"/>
            </a:endParaRPr>
          </a:p>
        </p:txBody>
      </p:sp>
    </p:spTree>
    <p:extLst>
      <p:ext uri="{BB962C8B-B14F-4D97-AF65-F5344CB8AC3E}">
        <p14:creationId xmlns:p14="http://schemas.microsoft.com/office/powerpoint/2010/main" val="287510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4D8EA3-B846-4160-95E9-486302147031}" type="datetime1">
              <a:rPr lang="en-US" smtClean="0"/>
              <a:t>23-Nov-25</a:t>
            </a:fld>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71" r:id="rId1"/>
    <p:sldLayoutId id="2147483680" r:id="rId2"/>
    <p:sldLayoutId id="2147483672" r:id="rId3"/>
    <p:sldLayoutId id="2147483673" r:id="rId4"/>
    <p:sldLayoutId id="2147483674" r:id="rId5"/>
    <p:sldLayoutId id="2147483649" r:id="rId6"/>
    <p:sldLayoutId id="2147483675" r:id="rId7"/>
    <p:sldLayoutId id="2147483676" r:id="rId8"/>
    <p:sldLayoutId id="2147483664" r:id="rId9"/>
    <p:sldLayoutId id="2147483677" r:id="rId10"/>
    <p:sldLayoutId id="2147483678" r:id="rId11"/>
    <p:sldLayoutId id="2147483681" r:id="rId12"/>
    <p:sldLayoutId id="2147483679" r:id="rId13"/>
    <p:sldLayoutId id="2147483662" r:id="rId14"/>
    <p:sldLayoutId id="2147483655" r:id="rId15"/>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chart" Target="../charts/char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www.loom.com/share/6ae6fa92287f421791836f10e38d076f"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hqprint">
            <a:alphaModFix amt="8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839686" y="1209644"/>
            <a:ext cx="8508273" cy="2690004"/>
          </a:xfrm>
        </p:spPr>
        <p:txBody>
          <a:bodyPr/>
          <a:lstStyle/>
          <a:p>
            <a:r>
              <a:rPr lang="en-US" sz="3600" dirty="0">
                <a:solidFill>
                  <a:schemeClr val="bg2">
                    <a:lumMod val="50000"/>
                  </a:schemeClr>
                </a:solidFill>
              </a:rPr>
              <a:t>Analysis of Walmart Stores Sales Using MySQL Techniques</a:t>
            </a:r>
          </a:p>
        </p:txBody>
      </p:sp>
      <p:sp>
        <p:nvSpPr>
          <p:cNvPr id="3" name="TextBox 2">
            <a:extLst>
              <a:ext uri="{FF2B5EF4-FFF2-40B4-BE49-F238E27FC236}">
                <a16:creationId xmlns:a16="http://schemas.microsoft.com/office/drawing/2014/main" id="{051FA3B8-D2C3-4678-9D1C-3244982B3CD7}"/>
              </a:ext>
            </a:extLst>
          </p:cNvPr>
          <p:cNvSpPr txBox="1"/>
          <p:nvPr/>
        </p:nvSpPr>
        <p:spPr>
          <a:xfrm>
            <a:off x="8447442" y="5279024"/>
            <a:ext cx="1900517" cy="738664"/>
          </a:xfrm>
          <a:prstGeom prst="rect">
            <a:avLst/>
          </a:prstGeom>
          <a:noFill/>
        </p:spPr>
        <p:txBody>
          <a:bodyPr wrap="square" rtlCol="0">
            <a:spAutoFit/>
          </a:bodyPr>
          <a:lstStyle/>
          <a:p>
            <a:r>
              <a:rPr lang="en-US" sz="1400" dirty="0"/>
              <a:t>Prepared By-</a:t>
            </a:r>
          </a:p>
          <a:p>
            <a:r>
              <a:rPr lang="en-US" sz="1400" dirty="0"/>
              <a:t>Adarsh</a:t>
            </a:r>
          </a:p>
          <a:p>
            <a:endParaRPr lang="en-US" sz="1400"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3957068" y="851547"/>
            <a:ext cx="4275364" cy="672453"/>
          </a:xfrm>
        </p:spPr>
        <p:txBody>
          <a:bodyPr anchor="ctr"/>
          <a:lstStyle/>
          <a:p>
            <a:r>
              <a:rPr lang="en-US" sz="2400" dirty="0">
                <a:solidFill>
                  <a:schemeClr val="bg2">
                    <a:lumMod val="50000"/>
                  </a:schemeClr>
                </a:solidFill>
              </a:rPr>
              <a:t>Introduction:</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3947886" y="1524000"/>
            <a:ext cx="4275364" cy="3967395"/>
          </a:xfrm>
        </p:spPr>
        <p:txBody>
          <a:bodyPr vert="horz" lIns="91440" tIns="45720" rIns="91440" bIns="45720" rtlCol="0" anchor="t">
            <a:normAutofit/>
          </a:bodyPr>
          <a:lstStyle/>
          <a:p>
            <a:pPr marL="0" indent="0" algn="just">
              <a:buNone/>
            </a:pPr>
            <a:r>
              <a:rPr lang="en-US" sz="1400" dirty="0">
                <a:latin typeface="Times New Roman" panose="02020603050405020304" pitchFamily="18" charset="0"/>
                <a:cs typeface="Times New Roman" panose="02020603050405020304" pitchFamily="18" charset="0"/>
              </a:rPr>
              <a:t>This project focuses on analyzing Walmart’s sales data to understand customer behavior, sales performance, and business trends. The dataset provided contains detailed transaction data, including customer demographics, product lines, sales figures, and payment methods. </a:t>
            </a:r>
          </a:p>
          <a:p>
            <a:pPr marL="0" indent="0" algn="just">
              <a:buNone/>
            </a:pPr>
            <a:r>
              <a:rPr lang="en-US" sz="1400" dirty="0">
                <a:latin typeface="Times New Roman" panose="02020603050405020304" pitchFamily="18" charset="0"/>
                <a:cs typeface="Times New Roman" panose="02020603050405020304" pitchFamily="18" charset="0"/>
              </a:rPr>
              <a:t>	This project uses advanced SQL techniques to uncover actionable insights into sales performance, customer behavior, and operational efficiencies</a:t>
            </a:r>
          </a:p>
        </p:txBody>
      </p:sp>
      <p:sp>
        <p:nvSpPr>
          <p:cNvPr id="4" name="Date Placeholder 3">
            <a:extLst>
              <a:ext uri="{FF2B5EF4-FFF2-40B4-BE49-F238E27FC236}">
                <a16:creationId xmlns:a16="http://schemas.microsoft.com/office/drawing/2014/main" id="{D718FBE7-3C46-903D-964E-091F74329C61}"/>
              </a:ext>
            </a:extLst>
          </p:cNvPr>
          <p:cNvSpPr>
            <a:spLocks noGrp="1"/>
          </p:cNvSpPr>
          <p:nvPr>
            <p:ph type="dt" sz="half" idx="2"/>
          </p:nvPr>
        </p:nvSpPr>
        <p:spPr>
          <a:xfrm>
            <a:off x="10011833" y="6226628"/>
            <a:ext cx="1560304" cy="631372"/>
          </a:xfrm>
        </p:spPr>
        <p:txBody>
          <a:bodyPr/>
          <a:lstStyle/>
          <a:p>
            <a:fld id="{E9466343-3461-42CD-9CAB-EE1885623C25}" type="datetime1">
              <a:rPr lang="en-US" smtClean="0"/>
              <a:pPr/>
              <a:t>23-Nov-25</a:t>
            </a:fld>
            <a:endParaRPr lang="en-US" dirty="0"/>
          </a:p>
        </p:txBody>
      </p:sp>
      <p:sp>
        <p:nvSpPr>
          <p:cNvPr id="5" name="Slide Number Placeholder 4">
            <a:extLst>
              <a:ext uri="{FF2B5EF4-FFF2-40B4-BE49-F238E27FC236}">
                <a16:creationId xmlns:a16="http://schemas.microsoft.com/office/drawing/2014/main" id="{E6EEA9E7-F506-729E-13CF-D685FEBDB6E0}"/>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2</a:t>
            </a:fld>
            <a:endParaRPr lang="en-US" dirty="0"/>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641350" y="1030941"/>
            <a:ext cx="5454650" cy="788893"/>
          </a:xfrm>
        </p:spPr>
        <p:txBody>
          <a:bodyPr/>
          <a:lstStyle/>
          <a:p>
            <a:pPr algn="ctr"/>
            <a:r>
              <a:rPr lang="en-US" sz="2400" dirty="0">
                <a:solidFill>
                  <a:schemeClr val="bg2">
                    <a:lumMod val="50000"/>
                  </a:schemeClr>
                </a:solidFill>
              </a:rPr>
              <a:t>Business Problem</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14"/>
          </p:nvPr>
        </p:nvSpPr>
        <p:spPr>
          <a:xfrm>
            <a:off x="931952" y="2966197"/>
            <a:ext cx="4873446" cy="1744756"/>
          </a:xfrm>
        </p:spPr>
        <p:txBody>
          <a:bodyPr vert="horz" lIns="91440" tIns="45720" rIns="91440" bIns="45720" rtlCol="0" anchor="t">
            <a:normAutofit fontScale="77500" lnSpcReduction="20000"/>
          </a:bodyPr>
          <a:lstStyle/>
          <a:p>
            <a:r>
              <a:rPr lang="en-US" dirty="0">
                <a:latin typeface="Times New Roman" panose="02020603050405020304" pitchFamily="18" charset="0"/>
                <a:cs typeface="Times New Roman" panose="02020603050405020304" pitchFamily="18" charset="0"/>
              </a:rPr>
              <a:t>Walmart wants to understand its sales performance better so it can improve customer satisfaction, increase revenue, and optimize store operations.</a:t>
            </a:r>
          </a:p>
          <a:p>
            <a:r>
              <a:rPr lang="en-US" dirty="0">
                <a:latin typeface="Times New Roman" panose="02020603050405020304" pitchFamily="18" charset="0"/>
                <a:cs typeface="Times New Roman" panose="02020603050405020304" pitchFamily="18" charset="0"/>
              </a:rPr>
              <a:t>	To achieve this, advanced MySQL queries will be employed to answer challenging business questions related to sales performance, customer segmentation, and product trends.</a:t>
            </a:r>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sz="half" idx="15"/>
          </p:nvPr>
        </p:nvSpPr>
        <p:spPr>
          <a:xfrm>
            <a:off x="6386604" y="3387538"/>
            <a:ext cx="4873446" cy="902074"/>
          </a:xfrm>
        </p:spPr>
        <p:txBody>
          <a:bodyPr vert="horz" lIns="91440" tIns="45720" rIns="91440" bIns="45720" rtlCol="0" anchor="t">
            <a:normAutofit fontScale="77500" lnSpcReduction="20000"/>
          </a:bodyPr>
          <a:lstStyle/>
          <a:p>
            <a:r>
              <a:rPr lang="en-US" dirty="0">
                <a:latin typeface="Times New Roman" panose="02020603050405020304" pitchFamily="18" charset="0"/>
                <a:cs typeface="Times New Roman" panose="02020603050405020304" pitchFamily="18" charset="0"/>
              </a:rPr>
              <a:t>The objective of this project is to analyze Walmart’s sales data using SQL to uncover key insights about sales trends, customer behavior, product performance, and overall business growth.</a:t>
            </a:r>
          </a:p>
        </p:txBody>
      </p:sp>
      <p:sp>
        <p:nvSpPr>
          <p:cNvPr id="7" name="Date Placeholder 6">
            <a:extLst>
              <a:ext uri="{FF2B5EF4-FFF2-40B4-BE49-F238E27FC236}">
                <a16:creationId xmlns:a16="http://schemas.microsoft.com/office/drawing/2014/main" id="{B2F9C110-6207-0F51-F464-AFBEF993F422}"/>
              </a:ext>
            </a:extLst>
          </p:cNvPr>
          <p:cNvSpPr>
            <a:spLocks noGrp="1"/>
          </p:cNvSpPr>
          <p:nvPr>
            <p:ph type="dt" sz="half" idx="2"/>
          </p:nvPr>
        </p:nvSpPr>
        <p:spPr>
          <a:xfrm>
            <a:off x="10011833" y="6226628"/>
            <a:ext cx="1560304" cy="631372"/>
          </a:xfrm>
        </p:spPr>
        <p:txBody>
          <a:bodyPr/>
          <a:lstStyle/>
          <a:p>
            <a:fld id="{8224D3FE-FC64-4F60-BC7C-E273976648BC}" type="datetime1">
              <a:rPr lang="en-US" smtClean="0"/>
              <a:pPr/>
              <a:t>23-Nov-25</a:t>
            </a:fld>
            <a:endParaRPr lang="en-US" dirty="0"/>
          </a:p>
        </p:txBody>
      </p:sp>
      <p:sp>
        <p:nvSpPr>
          <p:cNvPr id="8" name="Slide Number Placeholder 7">
            <a:extLst>
              <a:ext uri="{FF2B5EF4-FFF2-40B4-BE49-F238E27FC236}">
                <a16:creationId xmlns:a16="http://schemas.microsoft.com/office/drawing/2014/main" id="{1D3542AA-82FB-8DD5-2A66-7F47BFF88078}"/>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3</a:t>
            </a:fld>
            <a:endParaRPr lang="en-US" dirty="0"/>
          </a:p>
        </p:txBody>
      </p:sp>
      <p:sp>
        <p:nvSpPr>
          <p:cNvPr id="9" name="Title 1">
            <a:extLst>
              <a:ext uri="{FF2B5EF4-FFF2-40B4-BE49-F238E27FC236}">
                <a16:creationId xmlns:a16="http://schemas.microsoft.com/office/drawing/2014/main" id="{3FCB0C16-66F0-4B2A-B50A-9901DEA5AB72}"/>
              </a:ext>
            </a:extLst>
          </p:cNvPr>
          <p:cNvSpPr txBox="1">
            <a:spLocks/>
          </p:cNvSpPr>
          <p:nvPr/>
        </p:nvSpPr>
        <p:spPr>
          <a:xfrm>
            <a:off x="6096000" y="1030940"/>
            <a:ext cx="5454650" cy="788893"/>
          </a:xfrm>
          <a:prstGeom prst="rect">
            <a:avLst/>
          </a:prstGeom>
        </p:spPr>
        <p:txBody>
          <a:bodyPr vert="horz" lIns="91440" tIns="18288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2400" dirty="0">
                <a:solidFill>
                  <a:schemeClr val="bg2">
                    <a:lumMod val="50000"/>
                  </a:schemeClr>
                </a:solidFill>
              </a:rPr>
              <a:t>Objectives</a:t>
            </a:r>
          </a:p>
        </p:txBody>
      </p:sp>
    </p:spTree>
    <p:extLst>
      <p:ext uri="{BB962C8B-B14F-4D97-AF65-F5344CB8AC3E}">
        <p14:creationId xmlns:p14="http://schemas.microsoft.com/office/powerpoint/2010/main" val="2563119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B91606E-0B3D-E151-D6E8-FB4608C3075C}"/>
              </a:ext>
            </a:extLst>
          </p:cNvPr>
          <p:cNvSpPr>
            <a:spLocks noGrp="1"/>
          </p:cNvSpPr>
          <p:nvPr>
            <p:ph type="dt" sz="half" idx="2"/>
          </p:nvPr>
        </p:nvSpPr>
        <p:spPr>
          <a:xfrm>
            <a:off x="10011833" y="6226628"/>
            <a:ext cx="1560304" cy="631372"/>
          </a:xfrm>
        </p:spPr>
        <p:txBody>
          <a:bodyPr/>
          <a:lstStyle/>
          <a:p>
            <a:fld id="{72B8B865-6043-45BC-B48D-1676CB43D17A}" type="datetime1">
              <a:rPr lang="en-US" smtClean="0"/>
              <a:pPr/>
              <a:t>23-Nov-25</a:t>
            </a:fld>
            <a:endParaRPr lang="en-US" dirty="0"/>
          </a:p>
        </p:txBody>
      </p:sp>
      <p:sp>
        <p:nvSpPr>
          <p:cNvPr id="4" name="Slide Number Placeholder 3">
            <a:extLst>
              <a:ext uri="{FF2B5EF4-FFF2-40B4-BE49-F238E27FC236}">
                <a16:creationId xmlns:a16="http://schemas.microsoft.com/office/drawing/2014/main" id="{AF121FCD-5305-D1B4-B045-E971883A6D18}"/>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4</a:t>
            </a:fld>
            <a:endParaRPr lang="en-US" dirty="0"/>
          </a:p>
        </p:txBody>
      </p:sp>
      <p:sp>
        <p:nvSpPr>
          <p:cNvPr id="14" name="TextBox 13">
            <a:extLst>
              <a:ext uri="{FF2B5EF4-FFF2-40B4-BE49-F238E27FC236}">
                <a16:creationId xmlns:a16="http://schemas.microsoft.com/office/drawing/2014/main" id="{91F3E74D-6200-4321-9E52-74FEB84FAC1D}"/>
              </a:ext>
            </a:extLst>
          </p:cNvPr>
          <p:cNvSpPr txBox="1"/>
          <p:nvPr/>
        </p:nvSpPr>
        <p:spPr>
          <a:xfrm>
            <a:off x="7573054" y="1039906"/>
            <a:ext cx="4081064" cy="4524315"/>
          </a:xfrm>
          <a:prstGeom prst="rect">
            <a:avLst/>
          </a:prstGeom>
          <a:noFill/>
        </p:spPr>
        <p:txBody>
          <a:bodyPr wrap="square" rtlCol="0">
            <a:spAutoFit/>
          </a:bodyPr>
          <a:lstStyle/>
          <a:p>
            <a:r>
              <a:rPr lang="en-US" sz="1800" dirty="0">
                <a:solidFill>
                  <a:schemeClr val="bg2">
                    <a:lumMod val="50000"/>
                  </a:schemeClr>
                </a:solidFill>
              </a:rPr>
              <a:t>WALMART DATASET</a:t>
            </a:r>
          </a:p>
          <a:p>
            <a:endParaRPr lang="en-US" dirty="0">
              <a:solidFill>
                <a:schemeClr val="bg2">
                  <a:lumMod val="50000"/>
                </a:schemeClr>
              </a:solidFill>
            </a:endParaRPr>
          </a:p>
          <a:p>
            <a:r>
              <a:rPr lang="en-US" sz="1800" b="1" dirty="0">
                <a:latin typeface="Times New Roman" panose="02020603050405020304" pitchFamily="18" charset="0"/>
                <a:cs typeface="Times New Roman" panose="02020603050405020304" pitchFamily="18" charset="0"/>
              </a:rPr>
              <a:t>CODE:</a:t>
            </a:r>
          </a:p>
          <a:p>
            <a:endParaRPr lang="en-US" b="1" dirty="0">
              <a:latin typeface="Times New Roman" panose="02020603050405020304" pitchFamily="18" charset="0"/>
              <a:cs typeface="Times New Roman" panose="02020603050405020304" pitchFamily="18" charset="0"/>
            </a:endParaRPr>
          </a:p>
          <a:p>
            <a:r>
              <a:rPr lang="en-US" sz="1400" i="1" dirty="0">
                <a:latin typeface="Times New Roman" panose="02020603050405020304" pitchFamily="18" charset="0"/>
                <a:cs typeface="Times New Roman" panose="02020603050405020304" pitchFamily="18" charset="0"/>
              </a:rPr>
              <a:t>select * from walmart_sales;</a:t>
            </a: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solidFill>
                <a:schemeClr val="bg2">
                  <a:lumMod val="50000"/>
                </a:schemeClr>
              </a:solidFill>
            </a:endParaRPr>
          </a:p>
          <a:p>
            <a:endParaRPr lang="en-US" dirty="0"/>
          </a:p>
        </p:txBody>
      </p:sp>
      <p:pic>
        <p:nvPicPr>
          <p:cNvPr id="22" name="Picture 21">
            <a:extLst>
              <a:ext uri="{FF2B5EF4-FFF2-40B4-BE49-F238E27FC236}">
                <a16:creationId xmlns:a16="http://schemas.microsoft.com/office/drawing/2014/main" id="{C5045734-0590-4B68-9F69-8EA1689CD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447" y="878541"/>
            <a:ext cx="6660777" cy="4966447"/>
          </a:xfrm>
          <a:prstGeom prst="rect">
            <a:avLst/>
          </a:prstGeom>
        </p:spPr>
      </p:pic>
    </p:spTree>
    <p:extLst>
      <p:ext uri="{BB962C8B-B14F-4D97-AF65-F5344CB8AC3E}">
        <p14:creationId xmlns:p14="http://schemas.microsoft.com/office/powerpoint/2010/main" val="2501041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1: Identifying the Top Branch by Sales Growth Rate</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6" y="1138519"/>
            <a:ext cx="6714563" cy="3684493"/>
          </a:xfrm>
        </p:spPr>
        <p:txBody>
          <a:bodyPr vert="horz" lIns="91440" tIns="45720" rIns="91440" bIns="45720" rtlCol="0" anchor="t">
            <a:normAutofit fontScale="92500"/>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monthly total sales per branch</a:t>
            </a:r>
          </a:p>
          <a:p>
            <a:pPr marL="0" indent="0">
              <a:buNone/>
            </a:pPr>
            <a:r>
              <a:rPr lang="en-US" sz="1400" i="1" dirty="0">
                <a:latin typeface="Times New Roman" panose="02020603050405020304" pitchFamily="18" charset="0"/>
                <a:cs typeface="Times New Roman" panose="02020603050405020304" pitchFamily="18" charset="0"/>
              </a:rPr>
              <a:t>SELECT  Branch,  </a:t>
            </a:r>
          </a:p>
          <a:p>
            <a:pPr marL="0" indent="0">
              <a:buNone/>
            </a:pPr>
            <a:r>
              <a:rPr lang="en-US" sz="1400" i="1" dirty="0">
                <a:latin typeface="Times New Roman" panose="02020603050405020304" pitchFamily="18" charset="0"/>
                <a:cs typeface="Times New Roman" panose="02020603050405020304" pitchFamily="18" charset="0"/>
              </a:rPr>
              <a:t>	DATE_FORMAT(STR_TO_DATE(Date, '%d-%m-%Y'), '%Y-%m') AS Sales_Month,  </a:t>
            </a:r>
          </a:p>
          <a:p>
            <a:pPr marL="0" indent="0">
              <a:buNone/>
            </a:pPr>
            <a:r>
              <a:rPr lang="en-US" sz="1400" i="1" dirty="0">
                <a:latin typeface="Times New Roman" panose="02020603050405020304" pitchFamily="18" charset="0"/>
                <a:cs typeface="Times New Roman" panose="02020603050405020304" pitchFamily="18" charset="0"/>
              </a:rPr>
              <a:t>	ROUND(SUM(Total), 2) AS Total_Sales,  </a:t>
            </a:r>
          </a:p>
          <a:p>
            <a:pPr marL="0" indent="0">
              <a:buNone/>
            </a:pPr>
            <a:r>
              <a:rPr lang="en-US" sz="1400" i="1" dirty="0">
                <a:latin typeface="Times New Roman" panose="02020603050405020304" pitchFamily="18" charset="0"/>
                <a:cs typeface="Times New Roman" panose="02020603050405020304" pitchFamily="18" charset="0"/>
              </a:rPr>
              <a:t>	COUNT(*) AS Total_Monthly_Transactions </a:t>
            </a:r>
          </a:p>
          <a:p>
            <a:pPr marL="0" indent="0">
              <a:buNone/>
            </a:pPr>
            <a:r>
              <a:rPr lang="en-US" sz="1400" i="1" dirty="0">
                <a:latin typeface="Times New Roman" panose="02020603050405020304" pitchFamily="18" charset="0"/>
                <a:cs typeface="Times New Roman" panose="02020603050405020304" pitchFamily="18" charset="0"/>
              </a:rPr>
              <a:t>	FROM walmart_sales</a:t>
            </a:r>
          </a:p>
          <a:p>
            <a:pPr marL="0" indent="0">
              <a:buNone/>
            </a:pPr>
            <a:r>
              <a:rPr lang="en-US" sz="1400" i="1" dirty="0">
                <a:latin typeface="Times New Roman" panose="02020603050405020304" pitchFamily="18" charset="0"/>
                <a:cs typeface="Times New Roman" panose="02020603050405020304" pitchFamily="18" charset="0"/>
              </a:rPr>
              <a:t>	GROUP BY Branch, sales_month</a:t>
            </a:r>
          </a:p>
          <a:p>
            <a:pPr marL="0" indent="0">
              <a:buNone/>
            </a:pPr>
            <a:r>
              <a:rPr lang="en-US" sz="1400" i="1" dirty="0">
                <a:latin typeface="Times New Roman" panose="02020603050405020304" pitchFamily="18" charset="0"/>
                <a:cs typeface="Times New Roman" panose="02020603050405020304" pitchFamily="18" charset="0"/>
              </a:rPr>
              <a:t>	ORDER BY Branch, sales_month</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5</a:t>
            </a:fld>
            <a:endParaRPr lang="en-US" dirty="0"/>
          </a:p>
        </p:txBody>
      </p:sp>
      <p:graphicFrame>
        <p:nvGraphicFramePr>
          <p:cNvPr id="17" name="Chart 16">
            <a:extLst>
              <a:ext uri="{FF2B5EF4-FFF2-40B4-BE49-F238E27FC236}">
                <a16:creationId xmlns:a16="http://schemas.microsoft.com/office/drawing/2014/main" id="{A8E229F5-6C86-4C0C-8F2B-81A3DE46E479}"/>
              </a:ext>
            </a:extLst>
          </p:cNvPr>
          <p:cNvGraphicFramePr/>
          <p:nvPr>
            <p:extLst>
              <p:ext uri="{D42A27DB-BD31-4B8C-83A1-F6EECF244321}">
                <p14:modId xmlns:p14="http://schemas.microsoft.com/office/powerpoint/2010/main" val="4064990347"/>
              </p:ext>
            </p:extLst>
          </p:nvPr>
        </p:nvGraphicFramePr>
        <p:xfrm>
          <a:off x="7180728" y="1021976"/>
          <a:ext cx="4536141" cy="477818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979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641350" y="457201"/>
            <a:ext cx="10907016" cy="4652682"/>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month over month growth</a:t>
            </a:r>
          </a:p>
          <a:p>
            <a:pPr marL="0" indent="0">
              <a:buNone/>
            </a:pPr>
            <a:r>
              <a:rPr lang="en-US" sz="1400" i="1" dirty="0">
                <a:latin typeface="Times New Roman" panose="02020603050405020304" pitchFamily="18" charset="0"/>
                <a:cs typeface="Times New Roman" panose="02020603050405020304" pitchFamily="18" charset="0"/>
              </a:rPr>
              <a:t>SELECT Branch, Sales_Month, Monthly_Sales,    </a:t>
            </a:r>
          </a:p>
          <a:p>
            <a:pPr marL="0" indent="0">
              <a:buNone/>
            </a:pPr>
            <a:r>
              <a:rPr lang="en-US" sz="1400" i="1" dirty="0">
                <a:latin typeface="Times New Roman" panose="02020603050405020304" pitchFamily="18" charset="0"/>
                <a:cs typeface="Times New Roman" panose="02020603050405020304" pitchFamily="18" charset="0"/>
              </a:rPr>
              <a:t>	IFNULL(ROUND(Monthly_Sales - LAG(Monthly_Sales) OVER (PARTITION BY Branch ORDER BY Sales_Month), 2),0) AS 	Sales_Growth</a:t>
            </a:r>
          </a:p>
          <a:p>
            <a:pPr marL="0" indent="0">
              <a:buNone/>
            </a:pPr>
            <a:r>
              <a:rPr lang="en-US" sz="1400" i="1" dirty="0">
                <a:latin typeface="Times New Roman" panose="02020603050405020304" pitchFamily="18" charset="0"/>
                <a:cs typeface="Times New Roman" panose="02020603050405020304" pitchFamily="18" charset="0"/>
              </a:rPr>
              <a:t>FROM (SELECT 	</a:t>
            </a:r>
          </a:p>
          <a:p>
            <a:pPr marL="0" indent="0">
              <a:buNone/>
            </a:pPr>
            <a:r>
              <a:rPr lang="en-US" sz="1400" i="1" dirty="0">
                <a:latin typeface="Times New Roman" panose="02020603050405020304" pitchFamily="18" charset="0"/>
                <a:cs typeface="Times New Roman" panose="02020603050405020304" pitchFamily="18" charset="0"/>
              </a:rPr>
              <a:t>	Branch,	</a:t>
            </a:r>
          </a:p>
          <a:p>
            <a:pPr marL="0" indent="0">
              <a:buNone/>
            </a:pPr>
            <a:r>
              <a:rPr lang="en-US" sz="1400" i="1" dirty="0">
                <a:latin typeface="Times New Roman" panose="02020603050405020304" pitchFamily="18" charset="0"/>
                <a:cs typeface="Times New Roman" panose="02020603050405020304" pitchFamily="18" charset="0"/>
              </a:rPr>
              <a:t>	DATE_FORMAT(STR_TO_DATE(Date, '%d-%m-%Y'), '%Y-%m') AS Sales_Month,	</a:t>
            </a:r>
          </a:p>
          <a:p>
            <a:pPr marL="0" indent="0">
              <a:buNone/>
            </a:pPr>
            <a:r>
              <a:rPr lang="en-US" sz="1400" i="1" dirty="0">
                <a:latin typeface="Times New Roman" panose="02020603050405020304" pitchFamily="18" charset="0"/>
                <a:cs typeface="Times New Roman" panose="02020603050405020304" pitchFamily="18" charset="0"/>
              </a:rPr>
              <a:t>	ROUND(SUM(Total), 2) AS Monthly_Sales    </a:t>
            </a:r>
          </a:p>
          <a:p>
            <a:pPr marL="0" indent="0">
              <a:buNone/>
            </a:pPr>
            <a:r>
              <a:rPr lang="en-US" sz="1400" i="1" dirty="0">
                <a:latin typeface="Times New Roman" panose="02020603050405020304" pitchFamily="18" charset="0"/>
                <a:cs typeface="Times New Roman" panose="02020603050405020304" pitchFamily="18" charset="0"/>
              </a:rPr>
              <a:t>	FROM walmart_sales </a:t>
            </a:r>
          </a:p>
          <a:p>
            <a:pPr marL="0" indent="0">
              <a:buNone/>
            </a:pPr>
            <a:r>
              <a:rPr lang="en-US" sz="1400" i="1" dirty="0">
                <a:latin typeface="Times New Roman" panose="02020603050405020304" pitchFamily="18" charset="0"/>
                <a:cs typeface="Times New Roman" panose="02020603050405020304" pitchFamily="18" charset="0"/>
              </a:rPr>
              <a:t>	GROUP BY Branch, Sales_Month) AS Monthly_Data</a:t>
            </a:r>
          </a:p>
          <a:p>
            <a:pPr marL="0" indent="0">
              <a:buNone/>
            </a:pPr>
            <a:r>
              <a:rPr lang="en-US" sz="1400" i="1" dirty="0">
                <a:latin typeface="Times New Roman" panose="02020603050405020304" pitchFamily="18" charset="0"/>
                <a:cs typeface="Times New Roman" panose="02020603050405020304" pitchFamily="18" charset="0"/>
              </a:rPr>
              <a:t>ORDER BY Branch, Sales_Month;</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349091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641350" y="340659"/>
            <a:ext cx="10907016" cy="5504329"/>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Top performer</a:t>
            </a:r>
          </a:p>
          <a:p>
            <a:pPr marL="0" indent="0">
              <a:buNone/>
            </a:pPr>
            <a:r>
              <a:rPr lang="en-US" sz="1400" i="1" dirty="0">
                <a:latin typeface="Times New Roman" panose="02020603050405020304" pitchFamily="18" charset="0"/>
                <a:cs typeface="Times New Roman" panose="02020603050405020304" pitchFamily="18" charset="0"/>
              </a:rPr>
              <a:t>SELECT Branch, ROUND(MAX(Sales_Growth),2) AS Highest_Growth</a:t>
            </a:r>
          </a:p>
          <a:p>
            <a:pPr marL="0" indent="0">
              <a:buNone/>
            </a:pPr>
            <a:r>
              <a:rPr lang="en-US" sz="1400" i="1" dirty="0">
                <a:latin typeface="Times New Roman" panose="02020603050405020304" pitchFamily="18" charset="0"/>
                <a:cs typeface="Times New Roman" panose="02020603050405020304" pitchFamily="18" charset="0"/>
              </a:rPr>
              <a:t>FROM (SELECT Branch, Sales_Month, Monthly_Sales,	</a:t>
            </a:r>
          </a:p>
          <a:p>
            <a:pPr marL="0" indent="0">
              <a:buNone/>
            </a:pPr>
            <a:r>
              <a:rPr lang="en-US" sz="1400" i="1" dirty="0">
                <a:latin typeface="Times New Roman" panose="02020603050405020304" pitchFamily="18" charset="0"/>
                <a:cs typeface="Times New Roman" panose="02020603050405020304" pitchFamily="18" charset="0"/>
              </a:rPr>
              <a:t>	Monthly_Sales - LAG(Monthly_Sales) OVER (PARTITION BY Branch ORDER BY Sales_Month) AS Sales_Growth	</a:t>
            </a:r>
          </a:p>
          <a:p>
            <a:pPr marL="0" indent="0">
              <a:buNone/>
            </a:pPr>
            <a:r>
              <a:rPr lang="en-US" sz="1400" i="1" dirty="0">
                <a:latin typeface="Times New Roman" panose="02020603050405020304" pitchFamily="18" charset="0"/>
                <a:cs typeface="Times New Roman" panose="02020603050405020304" pitchFamily="18" charset="0"/>
              </a:rPr>
              <a:t>	FROM (SELECT		</a:t>
            </a:r>
          </a:p>
          <a:p>
            <a:pPr marL="0" indent="0">
              <a:buNone/>
            </a:pPr>
            <a:r>
              <a:rPr lang="en-US" sz="1400" i="1" dirty="0">
                <a:latin typeface="Times New Roman" panose="02020603050405020304" pitchFamily="18" charset="0"/>
                <a:cs typeface="Times New Roman" panose="02020603050405020304" pitchFamily="18" charset="0"/>
              </a:rPr>
              <a:t>	Branch,		</a:t>
            </a:r>
          </a:p>
          <a:p>
            <a:pPr marL="0" indent="0">
              <a:buNone/>
            </a:pPr>
            <a:r>
              <a:rPr lang="en-US" sz="1400" i="1" dirty="0">
                <a:latin typeface="Times New Roman" panose="02020603050405020304" pitchFamily="18" charset="0"/>
                <a:cs typeface="Times New Roman" panose="02020603050405020304" pitchFamily="18" charset="0"/>
              </a:rPr>
              <a:t>	DATE_FORMAT(STR_TO_DATE(Date, '%d-%m-%Y'), '%Y-%m') AS Sales_Month,		</a:t>
            </a:r>
          </a:p>
          <a:p>
            <a:pPr marL="0" indent="0">
              <a:buNone/>
            </a:pPr>
            <a:r>
              <a:rPr lang="en-US" sz="1400" i="1" dirty="0">
                <a:latin typeface="Times New Roman" panose="02020603050405020304" pitchFamily="18" charset="0"/>
                <a:cs typeface="Times New Roman" panose="02020603050405020304" pitchFamily="18" charset="0"/>
              </a:rPr>
              <a:t>	ROUND(SUM(Total), 2) AS Monthly_Sales		</a:t>
            </a:r>
          </a:p>
          <a:p>
            <a:pPr marL="0" indent="0">
              <a:buNone/>
            </a:pPr>
            <a:r>
              <a:rPr lang="en-US" sz="1400" i="1" dirty="0">
                <a:latin typeface="Times New Roman" panose="02020603050405020304" pitchFamily="18" charset="0"/>
                <a:cs typeface="Times New Roman" panose="02020603050405020304" pitchFamily="18" charset="0"/>
              </a:rPr>
              <a:t>	FROM `walmart_sales`		</a:t>
            </a:r>
          </a:p>
          <a:p>
            <a:pPr marL="0" indent="0">
              <a:buNone/>
            </a:pPr>
            <a:r>
              <a:rPr lang="en-US" sz="1400" i="1" dirty="0">
                <a:latin typeface="Times New Roman" panose="02020603050405020304" pitchFamily="18" charset="0"/>
                <a:cs typeface="Times New Roman" panose="02020603050405020304" pitchFamily="18" charset="0"/>
              </a:rPr>
              <a:t>	GROUP BY `Branch`, Sales_Month) AS Monthly_Data</a:t>
            </a:r>
          </a:p>
          <a:p>
            <a:pPr marL="0" indent="0">
              <a:buNone/>
            </a:pPr>
            <a:r>
              <a:rPr lang="en-US" sz="1400" i="1" dirty="0">
                <a:latin typeface="Times New Roman" panose="02020603050405020304" pitchFamily="18" charset="0"/>
                <a:cs typeface="Times New Roman" panose="02020603050405020304" pitchFamily="18" charset="0"/>
              </a:rPr>
              <a:t>) AS Growth_Data</a:t>
            </a:r>
          </a:p>
          <a:p>
            <a:pPr marL="0" indent="0">
              <a:buNone/>
            </a:pPr>
            <a:r>
              <a:rPr lang="en-US" sz="1400" i="1" dirty="0">
                <a:latin typeface="Times New Roman" panose="02020603050405020304" pitchFamily="18" charset="0"/>
                <a:cs typeface="Times New Roman" panose="02020603050405020304" pitchFamily="18" charset="0"/>
              </a:rPr>
              <a:t>GROUP BY Branch</a:t>
            </a:r>
          </a:p>
          <a:p>
            <a:pPr marL="0" indent="0">
              <a:buNone/>
            </a:pPr>
            <a:r>
              <a:rPr lang="en-US" sz="1400" i="1" dirty="0">
                <a:latin typeface="Times New Roman" panose="02020603050405020304" pitchFamily="18" charset="0"/>
                <a:cs typeface="Times New Roman" panose="02020603050405020304" pitchFamily="18" charset="0"/>
              </a:rPr>
              <a:t>ORDER BY Highest_Growth DESC;</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3236504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1(Figures)</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8</a:t>
            </a:fld>
            <a:endParaRPr lang="en-US" dirty="0"/>
          </a:p>
        </p:txBody>
      </p:sp>
      <p:pic>
        <p:nvPicPr>
          <p:cNvPr id="7" name="Picture 6">
            <a:extLst>
              <a:ext uri="{FF2B5EF4-FFF2-40B4-BE49-F238E27FC236}">
                <a16:creationId xmlns:a16="http://schemas.microsoft.com/office/drawing/2014/main" id="{54D75F3B-5B42-4312-B04B-A1DC3901B9B2}"/>
              </a:ext>
            </a:extLst>
          </p:cNvPr>
          <p:cNvPicPr>
            <a:picLocks noChangeAspect="1"/>
          </p:cNvPicPr>
          <p:nvPr/>
        </p:nvPicPr>
        <p:blipFill>
          <a:blip r:embed="rId3"/>
          <a:stretch>
            <a:fillRect/>
          </a:stretch>
        </p:blipFill>
        <p:spPr>
          <a:xfrm>
            <a:off x="466165" y="1344706"/>
            <a:ext cx="3532094" cy="3128683"/>
          </a:xfrm>
          <a:prstGeom prst="rect">
            <a:avLst/>
          </a:prstGeom>
        </p:spPr>
      </p:pic>
      <p:pic>
        <p:nvPicPr>
          <p:cNvPr id="9" name="Picture 8">
            <a:extLst>
              <a:ext uri="{FF2B5EF4-FFF2-40B4-BE49-F238E27FC236}">
                <a16:creationId xmlns:a16="http://schemas.microsoft.com/office/drawing/2014/main" id="{CDA68E2A-E5F0-4ACE-B7A7-DEE69475665E}"/>
              </a:ext>
            </a:extLst>
          </p:cNvPr>
          <p:cNvPicPr>
            <a:picLocks noChangeAspect="1"/>
          </p:cNvPicPr>
          <p:nvPr/>
        </p:nvPicPr>
        <p:blipFill>
          <a:blip r:embed="rId4"/>
          <a:stretch>
            <a:fillRect/>
          </a:stretch>
        </p:blipFill>
        <p:spPr>
          <a:xfrm>
            <a:off x="4449608" y="1344705"/>
            <a:ext cx="3532095" cy="3128683"/>
          </a:xfrm>
          <a:prstGeom prst="rect">
            <a:avLst/>
          </a:prstGeom>
        </p:spPr>
      </p:pic>
      <p:pic>
        <p:nvPicPr>
          <p:cNvPr id="12" name="Picture 11">
            <a:extLst>
              <a:ext uri="{FF2B5EF4-FFF2-40B4-BE49-F238E27FC236}">
                <a16:creationId xmlns:a16="http://schemas.microsoft.com/office/drawing/2014/main" id="{3B2A7512-A54B-41E8-ACCD-9B00C9FCB909}"/>
              </a:ext>
            </a:extLst>
          </p:cNvPr>
          <p:cNvPicPr>
            <a:picLocks noChangeAspect="1"/>
          </p:cNvPicPr>
          <p:nvPr/>
        </p:nvPicPr>
        <p:blipFill>
          <a:blip r:embed="rId5"/>
          <a:stretch>
            <a:fillRect/>
          </a:stretch>
        </p:blipFill>
        <p:spPr>
          <a:xfrm>
            <a:off x="8433052" y="1694328"/>
            <a:ext cx="3059701" cy="2303929"/>
          </a:xfrm>
          <a:prstGeom prst="rect">
            <a:avLst/>
          </a:prstGeom>
        </p:spPr>
      </p:pic>
      <p:sp>
        <p:nvSpPr>
          <p:cNvPr id="13" name="TextBox 12">
            <a:extLst>
              <a:ext uri="{FF2B5EF4-FFF2-40B4-BE49-F238E27FC236}">
                <a16:creationId xmlns:a16="http://schemas.microsoft.com/office/drawing/2014/main" id="{FB17F8D7-9592-48B7-B704-2CE7F3858A8B}"/>
              </a:ext>
            </a:extLst>
          </p:cNvPr>
          <p:cNvSpPr txBox="1"/>
          <p:nvPr/>
        </p:nvSpPr>
        <p:spPr>
          <a:xfrm>
            <a:off x="826122" y="4957482"/>
            <a:ext cx="2812180"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Monthly Total Sales Per Branch</a:t>
            </a:r>
          </a:p>
        </p:txBody>
      </p:sp>
      <p:sp>
        <p:nvSpPr>
          <p:cNvPr id="14" name="TextBox 13">
            <a:extLst>
              <a:ext uri="{FF2B5EF4-FFF2-40B4-BE49-F238E27FC236}">
                <a16:creationId xmlns:a16="http://schemas.microsoft.com/office/drawing/2014/main" id="{99FA1F59-DEFA-4668-AB47-8425E1A3412A}"/>
              </a:ext>
            </a:extLst>
          </p:cNvPr>
          <p:cNvSpPr txBox="1"/>
          <p:nvPr/>
        </p:nvSpPr>
        <p:spPr>
          <a:xfrm>
            <a:off x="4809565" y="4957482"/>
            <a:ext cx="2513830"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Month Over Month Growth</a:t>
            </a:r>
          </a:p>
        </p:txBody>
      </p:sp>
      <p:sp>
        <p:nvSpPr>
          <p:cNvPr id="15" name="TextBox 14">
            <a:extLst>
              <a:ext uri="{FF2B5EF4-FFF2-40B4-BE49-F238E27FC236}">
                <a16:creationId xmlns:a16="http://schemas.microsoft.com/office/drawing/2014/main" id="{864A6657-FA65-4C1F-A54C-273A23EF99E1}"/>
              </a:ext>
            </a:extLst>
          </p:cNvPr>
          <p:cNvSpPr txBox="1"/>
          <p:nvPr/>
        </p:nvSpPr>
        <p:spPr>
          <a:xfrm>
            <a:off x="9184387" y="4957481"/>
            <a:ext cx="155702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Top Performer</a:t>
            </a:r>
          </a:p>
        </p:txBody>
      </p:sp>
    </p:spTree>
    <p:extLst>
      <p:ext uri="{BB962C8B-B14F-4D97-AF65-F5344CB8AC3E}">
        <p14:creationId xmlns:p14="http://schemas.microsoft.com/office/powerpoint/2010/main" val="2887447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2: Finding the Most Profitable Product Line for Each Branch</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6" y="1138519"/>
            <a:ext cx="8381999" cy="4661646"/>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Most Profitable Product Line for Each Branch</a:t>
            </a:r>
          </a:p>
          <a:p>
            <a:pPr marL="0" indent="0">
              <a:buNone/>
            </a:pPr>
            <a:r>
              <a:rPr lang="en-US" sz="1400" i="1" dirty="0">
                <a:latin typeface="Times New Roman" panose="02020603050405020304" pitchFamily="18" charset="0"/>
                <a:cs typeface="Times New Roman" panose="02020603050405020304" pitchFamily="18" charset="0"/>
              </a:rPr>
              <a:t>WITH prod_profit AS (SELECT Branch,`Product line`, ROUND(SUM(`gross income`), 2) AS Profit</a:t>
            </a:r>
          </a:p>
          <a:p>
            <a:pPr marL="0" indent="0">
              <a:buNone/>
            </a:pPr>
            <a:r>
              <a:rPr lang="en-US" sz="1400" i="1" dirty="0">
                <a:latin typeface="Times New Roman" panose="02020603050405020304" pitchFamily="18" charset="0"/>
                <a:cs typeface="Times New Roman" panose="02020603050405020304" pitchFamily="18" charset="0"/>
              </a:rPr>
              <a:t>FROM walmart_sales GROUP BY Branch, `Product line`)</a:t>
            </a:r>
          </a:p>
          <a:p>
            <a:pPr marL="0" indent="0">
              <a:buNone/>
            </a:pPr>
            <a:r>
              <a:rPr lang="en-US" sz="1400" i="1" dirty="0">
                <a:latin typeface="Times New Roman" panose="02020603050405020304" pitchFamily="18" charset="0"/>
                <a:cs typeface="Times New Roman" panose="02020603050405020304" pitchFamily="18" charset="0"/>
              </a:rPr>
              <a:t>SELECT Branch, `Product line`, Profit</a:t>
            </a:r>
          </a:p>
          <a:p>
            <a:pPr marL="0" indent="0">
              <a:buNone/>
            </a:pPr>
            <a:r>
              <a:rPr lang="en-US" sz="1400" i="1" dirty="0">
                <a:latin typeface="Times New Roman" panose="02020603050405020304" pitchFamily="18" charset="0"/>
                <a:cs typeface="Times New Roman" panose="02020603050405020304" pitchFamily="18" charset="0"/>
              </a:rPr>
              <a:t>FROM (SELECT *,ROW_NUMBER() OVER (PARTITION BY Branch ORDER BY Profit DESC) AS rnk FROM prod_profit) AS ranked_data</a:t>
            </a:r>
          </a:p>
          <a:p>
            <a:pPr marL="0" indent="0">
              <a:buNone/>
            </a:pPr>
            <a:r>
              <a:rPr lang="en-US" sz="1400" i="1" dirty="0">
                <a:latin typeface="Times New Roman" panose="02020603050405020304" pitchFamily="18" charset="0"/>
                <a:cs typeface="Times New Roman" panose="02020603050405020304" pitchFamily="18" charset="0"/>
              </a:rPr>
              <a:t>WHERE rnk = 1</a:t>
            </a:r>
          </a:p>
          <a:p>
            <a:pPr marL="0" indent="0">
              <a:buNone/>
            </a:pPr>
            <a:r>
              <a:rPr lang="en-US" sz="1400" i="1" dirty="0">
                <a:latin typeface="Times New Roman" panose="02020603050405020304" pitchFamily="18" charset="0"/>
                <a:cs typeface="Times New Roman" panose="02020603050405020304" pitchFamily="18" charset="0"/>
              </a:rPr>
              <a:t>ORDER BY Branch;</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9</a:t>
            </a:fld>
            <a:endParaRPr lang="en-US" dirty="0"/>
          </a:p>
        </p:txBody>
      </p:sp>
      <p:pic>
        <p:nvPicPr>
          <p:cNvPr id="7" name="Picture 6">
            <a:extLst>
              <a:ext uri="{FF2B5EF4-FFF2-40B4-BE49-F238E27FC236}">
                <a16:creationId xmlns:a16="http://schemas.microsoft.com/office/drawing/2014/main" id="{1B89F6F1-B49C-41E9-AD94-5F70A91A9787}"/>
              </a:ext>
            </a:extLst>
          </p:cNvPr>
          <p:cNvPicPr>
            <a:picLocks noChangeAspect="1"/>
          </p:cNvPicPr>
          <p:nvPr/>
        </p:nvPicPr>
        <p:blipFill>
          <a:blip r:embed="rId3"/>
          <a:stretch>
            <a:fillRect/>
          </a:stretch>
        </p:blipFill>
        <p:spPr>
          <a:xfrm>
            <a:off x="9011393" y="2925233"/>
            <a:ext cx="2705478" cy="1007534"/>
          </a:xfrm>
          <a:prstGeom prst="rect">
            <a:avLst/>
          </a:prstGeom>
        </p:spPr>
      </p:pic>
      <p:sp>
        <p:nvSpPr>
          <p:cNvPr id="8" name="TextBox 7">
            <a:extLst>
              <a:ext uri="{FF2B5EF4-FFF2-40B4-BE49-F238E27FC236}">
                <a16:creationId xmlns:a16="http://schemas.microsoft.com/office/drawing/2014/main" id="{6A6A5FE8-6FE9-405F-84A4-6F1A726FB3C1}"/>
              </a:ext>
            </a:extLst>
          </p:cNvPr>
          <p:cNvSpPr txBox="1"/>
          <p:nvPr/>
        </p:nvSpPr>
        <p:spPr>
          <a:xfrm>
            <a:off x="9713152" y="4338919"/>
            <a:ext cx="130195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Screenshot</a:t>
            </a:r>
          </a:p>
        </p:txBody>
      </p:sp>
    </p:spTree>
    <p:extLst>
      <p:ext uri="{BB962C8B-B14F-4D97-AF65-F5344CB8AC3E}">
        <p14:creationId xmlns:p14="http://schemas.microsoft.com/office/powerpoint/2010/main" val="1000743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2(Visual Representation)</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10</a:t>
            </a:fld>
            <a:endParaRPr lang="en-US" dirty="0"/>
          </a:p>
        </p:txBody>
      </p:sp>
      <p:graphicFrame>
        <p:nvGraphicFramePr>
          <p:cNvPr id="10" name="Chart 9">
            <a:extLst>
              <a:ext uri="{FF2B5EF4-FFF2-40B4-BE49-F238E27FC236}">
                <a16:creationId xmlns:a16="http://schemas.microsoft.com/office/drawing/2014/main" id="{8EAB2BEF-9C26-4B4D-95E8-42B90BCA48F4}"/>
              </a:ext>
            </a:extLst>
          </p:cNvPr>
          <p:cNvGraphicFramePr/>
          <p:nvPr>
            <p:extLst>
              <p:ext uri="{D42A27DB-BD31-4B8C-83A1-F6EECF244321}">
                <p14:modId xmlns:p14="http://schemas.microsoft.com/office/powerpoint/2010/main" val="1028626"/>
              </p:ext>
            </p:extLst>
          </p:nvPr>
        </p:nvGraphicFramePr>
        <p:xfrm>
          <a:off x="475129" y="1021976"/>
          <a:ext cx="11241742" cy="46795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39603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3: Analyzing Customer Segmentation Based on Spending</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5809128"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Customer Segmentation Based on Spending </a:t>
            </a:r>
          </a:p>
          <a:p>
            <a:pPr marL="0" indent="0">
              <a:buNone/>
            </a:pPr>
            <a:r>
              <a:rPr lang="en-US" sz="1400" i="1" dirty="0">
                <a:latin typeface="Times New Roman" panose="02020603050405020304" pitchFamily="18" charset="0"/>
                <a:cs typeface="Times New Roman" panose="02020603050405020304" pitchFamily="18" charset="0"/>
              </a:rPr>
              <a:t>SELECT `Customer ID` AS Cus_ID, ROUND(SUM(Total), 2) AS Total_Spend,</a:t>
            </a:r>
          </a:p>
          <a:p>
            <a:pPr marL="0" indent="0">
              <a:buNone/>
            </a:pPr>
            <a:r>
              <a:rPr lang="en-US" sz="1400" i="1" dirty="0">
                <a:latin typeface="Times New Roman" panose="02020603050405020304" pitchFamily="18" charset="0"/>
                <a:cs typeface="Times New Roman" panose="02020603050405020304" pitchFamily="18" charset="0"/>
              </a:rPr>
              <a:t>CASE</a:t>
            </a:r>
          </a:p>
          <a:p>
            <a:pPr marL="0" indent="0">
              <a:buNone/>
            </a:pPr>
            <a:r>
              <a:rPr lang="en-US" sz="1400" i="1" dirty="0">
                <a:latin typeface="Times New Roman" panose="02020603050405020304" pitchFamily="18" charset="0"/>
                <a:cs typeface="Times New Roman" panose="02020603050405020304" pitchFamily="18" charset="0"/>
              </a:rPr>
              <a:t>WHEN ROUND(SUM(Total), 2) &gt;= 22000 THEN 'High’</a:t>
            </a:r>
          </a:p>
          <a:p>
            <a:pPr marL="0" indent="0">
              <a:buNone/>
            </a:pPr>
            <a:r>
              <a:rPr lang="en-US" sz="1400" i="1" dirty="0">
                <a:latin typeface="Times New Roman" panose="02020603050405020304" pitchFamily="18" charset="0"/>
                <a:cs typeface="Times New Roman" panose="02020603050405020304" pitchFamily="18" charset="0"/>
              </a:rPr>
              <a:t>WHEN ROUND(SUM(Total), 2) &gt;= 20000 THEN 'Medium’</a:t>
            </a:r>
          </a:p>
          <a:p>
            <a:pPr marL="0" indent="0">
              <a:buNone/>
            </a:pPr>
            <a:r>
              <a:rPr lang="en-US" sz="1400" i="1" dirty="0">
                <a:latin typeface="Times New Roman" panose="02020603050405020304" pitchFamily="18" charset="0"/>
                <a:cs typeface="Times New Roman" panose="02020603050405020304" pitchFamily="18" charset="0"/>
              </a:rPr>
              <a:t>ELSE 'Low’</a:t>
            </a:r>
          </a:p>
          <a:p>
            <a:pPr marL="0" indent="0">
              <a:buNone/>
            </a:pPr>
            <a:r>
              <a:rPr lang="en-US" sz="1400" i="1" dirty="0">
                <a:latin typeface="Times New Roman" panose="02020603050405020304" pitchFamily="18" charset="0"/>
                <a:cs typeface="Times New Roman" panose="02020603050405020304" pitchFamily="18" charset="0"/>
              </a:rPr>
              <a:t>END AS Spender_Behaviour</a:t>
            </a:r>
          </a:p>
          <a:p>
            <a:pPr marL="0" indent="0">
              <a:buNone/>
            </a:pPr>
            <a:r>
              <a:rPr lang="en-US" sz="1400" i="1" dirty="0">
                <a:latin typeface="Times New Roman" panose="02020603050405020304" pitchFamily="18" charset="0"/>
                <a:cs typeface="Times New Roman" panose="02020603050405020304" pitchFamily="18" charset="0"/>
              </a:rPr>
              <a:t>FROM walmart_sales</a:t>
            </a:r>
          </a:p>
          <a:p>
            <a:pPr marL="0" indent="0">
              <a:buNone/>
            </a:pPr>
            <a:r>
              <a:rPr lang="en-US" sz="1400" i="1" dirty="0">
                <a:latin typeface="Times New Roman" panose="02020603050405020304" pitchFamily="18" charset="0"/>
                <a:cs typeface="Times New Roman" panose="02020603050405020304" pitchFamily="18" charset="0"/>
              </a:rPr>
              <a:t>GROUP BY `Customer ID`</a:t>
            </a:r>
          </a:p>
          <a:p>
            <a:pPr marL="0" indent="0">
              <a:buNone/>
            </a:pPr>
            <a:r>
              <a:rPr lang="en-US" sz="1400" i="1" dirty="0">
                <a:latin typeface="Times New Roman" panose="02020603050405020304" pitchFamily="18" charset="0"/>
                <a:cs typeface="Times New Roman" panose="02020603050405020304" pitchFamily="18" charset="0"/>
              </a:rPr>
              <a:t>ORDER BY Cus_ID ASC;</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11</a:t>
            </a:fld>
            <a:endParaRPr lang="en-US" dirty="0"/>
          </a:p>
        </p:txBody>
      </p:sp>
      <p:pic>
        <p:nvPicPr>
          <p:cNvPr id="9" name="Picture 8">
            <a:extLst>
              <a:ext uri="{FF2B5EF4-FFF2-40B4-BE49-F238E27FC236}">
                <a16:creationId xmlns:a16="http://schemas.microsoft.com/office/drawing/2014/main" id="{63A3E448-84DA-4E2C-A4C7-5BE988F13884}"/>
              </a:ext>
            </a:extLst>
          </p:cNvPr>
          <p:cNvPicPr>
            <a:picLocks noChangeAspect="1"/>
          </p:cNvPicPr>
          <p:nvPr/>
        </p:nvPicPr>
        <p:blipFill>
          <a:blip r:embed="rId3"/>
          <a:stretch>
            <a:fillRect/>
          </a:stretch>
        </p:blipFill>
        <p:spPr>
          <a:xfrm>
            <a:off x="7799294" y="1447800"/>
            <a:ext cx="3451411" cy="3760694"/>
          </a:xfrm>
          <a:prstGeom prst="rect">
            <a:avLst/>
          </a:prstGeom>
        </p:spPr>
      </p:pic>
      <p:sp>
        <p:nvSpPr>
          <p:cNvPr id="10" name="TextBox 9">
            <a:extLst>
              <a:ext uri="{FF2B5EF4-FFF2-40B4-BE49-F238E27FC236}">
                <a16:creationId xmlns:a16="http://schemas.microsoft.com/office/drawing/2014/main" id="{9962FDDF-4AEC-4E16-A019-E55512FD0165}"/>
              </a:ext>
            </a:extLst>
          </p:cNvPr>
          <p:cNvSpPr txBox="1"/>
          <p:nvPr/>
        </p:nvSpPr>
        <p:spPr>
          <a:xfrm>
            <a:off x="8874019" y="5409783"/>
            <a:ext cx="130195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Screenshot</a:t>
            </a:r>
          </a:p>
        </p:txBody>
      </p:sp>
    </p:spTree>
    <p:extLst>
      <p:ext uri="{BB962C8B-B14F-4D97-AF65-F5344CB8AC3E}">
        <p14:creationId xmlns:p14="http://schemas.microsoft.com/office/powerpoint/2010/main" val="3653914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4: Detecting Anomalies in Sales Transactions</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6" y="1138519"/>
            <a:ext cx="11250705"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Anomalies in Sales Transactions</a:t>
            </a:r>
          </a:p>
          <a:p>
            <a:pPr marL="0" indent="0">
              <a:buNone/>
            </a:pPr>
            <a:r>
              <a:rPr lang="en-US" sz="1400" i="1" dirty="0">
                <a:latin typeface="Times New Roman" panose="02020603050405020304" pitchFamily="18" charset="0"/>
                <a:cs typeface="Times New Roman" panose="02020603050405020304" pitchFamily="18" charset="0"/>
              </a:rPr>
              <a:t>SELECT `Invoice ID` AS Invoice_ID, `Product line` AS Product_Line, ROUND(Total,2) AS Total, </a:t>
            </a:r>
          </a:p>
          <a:p>
            <a:pPr marL="0" indent="0">
              <a:buNone/>
            </a:pPr>
            <a:r>
              <a:rPr lang="en-US" sz="1400" i="1" dirty="0">
                <a:latin typeface="Times New Roman" panose="02020603050405020304" pitchFamily="18" charset="0"/>
                <a:cs typeface="Times New Roman" panose="02020603050405020304" pitchFamily="18" charset="0"/>
              </a:rPr>
              <a:t>ROUND(AVG(Total) OVER (PARTITION BY `Product line`),2) AS Avg_Sale,</a:t>
            </a:r>
          </a:p>
          <a:p>
            <a:pPr marL="0" indent="0">
              <a:buNone/>
            </a:pPr>
            <a:r>
              <a:rPr lang="en-US" sz="1400" i="1" dirty="0">
                <a:latin typeface="Times New Roman" panose="02020603050405020304" pitchFamily="18" charset="0"/>
                <a:cs typeface="Times New Roman" panose="02020603050405020304" pitchFamily="18" charset="0"/>
              </a:rPr>
              <a:t>CASE	</a:t>
            </a:r>
          </a:p>
          <a:p>
            <a:pPr marL="0" indent="0">
              <a:buNone/>
            </a:pPr>
            <a:r>
              <a:rPr lang="en-US" sz="1400" i="1" dirty="0">
                <a:latin typeface="Times New Roman" panose="02020603050405020304" pitchFamily="18" charset="0"/>
                <a:cs typeface="Times New Roman" panose="02020603050405020304" pitchFamily="18" charset="0"/>
              </a:rPr>
              <a:t>	WHEN Total &gt; 1.5 * AVG(Total) OVER (PARTITION BY `Product line`) THEN 'High Anomaly'    </a:t>
            </a:r>
          </a:p>
          <a:p>
            <a:pPr marL="0" indent="0">
              <a:buNone/>
            </a:pPr>
            <a:r>
              <a:rPr lang="en-US" sz="1400" i="1" dirty="0">
                <a:latin typeface="Times New Roman" panose="02020603050405020304" pitchFamily="18" charset="0"/>
                <a:cs typeface="Times New Roman" panose="02020603050405020304" pitchFamily="18" charset="0"/>
              </a:rPr>
              <a:t>	WHEN Total &lt; 0.5 * AVG(Total) OVER (PARTITION BY `Product line`) THEN 'Low Anomaly'    </a:t>
            </a:r>
          </a:p>
          <a:p>
            <a:pPr marL="0" indent="0">
              <a:buNone/>
            </a:pPr>
            <a:r>
              <a:rPr lang="en-US" sz="1400" i="1" dirty="0">
                <a:latin typeface="Times New Roman" panose="02020603050405020304" pitchFamily="18" charset="0"/>
                <a:cs typeface="Times New Roman" panose="02020603050405020304" pitchFamily="18" charset="0"/>
              </a:rPr>
              <a:t>	ELSE 'Normal’</a:t>
            </a:r>
          </a:p>
          <a:p>
            <a:pPr marL="0" indent="0">
              <a:buNone/>
            </a:pPr>
            <a:r>
              <a:rPr lang="en-US" sz="1400" i="1" dirty="0">
                <a:latin typeface="Times New Roman" panose="02020603050405020304" pitchFamily="18" charset="0"/>
                <a:cs typeface="Times New Roman" panose="02020603050405020304" pitchFamily="18" charset="0"/>
              </a:rPr>
              <a:t>END AS Anomaly_Status</a:t>
            </a:r>
          </a:p>
          <a:p>
            <a:pPr marL="0" indent="0">
              <a:buNone/>
            </a:pPr>
            <a:r>
              <a:rPr lang="en-US" sz="1400" i="1" dirty="0">
                <a:latin typeface="Times New Roman" panose="02020603050405020304" pitchFamily="18" charset="0"/>
                <a:cs typeface="Times New Roman" panose="02020603050405020304" pitchFamily="18" charset="0"/>
              </a:rPr>
              <a:t>FROM walmart_sales</a:t>
            </a:r>
          </a:p>
          <a:p>
            <a:pPr marL="0" indent="0">
              <a:buNone/>
            </a:pPr>
            <a:r>
              <a:rPr lang="en-US" sz="1400" i="1" dirty="0">
                <a:latin typeface="Times New Roman" panose="02020603050405020304" pitchFamily="18" charset="0"/>
                <a:cs typeface="Times New Roman" panose="02020603050405020304" pitchFamily="18" charset="0"/>
              </a:rPr>
              <a:t>ORDER BY `Product line`, Anomaly_Status ASC, Total DESC;</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12</a:t>
            </a:fld>
            <a:endParaRPr lang="en-US" dirty="0"/>
          </a:p>
        </p:txBody>
      </p:sp>
    </p:spTree>
    <p:extLst>
      <p:ext uri="{BB962C8B-B14F-4D97-AF65-F5344CB8AC3E}">
        <p14:creationId xmlns:p14="http://schemas.microsoft.com/office/powerpoint/2010/main" val="1948740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80742B-F083-4783-AAC5-C566F035A2A6}"/>
              </a:ext>
            </a:extLst>
          </p:cNvPr>
          <p:cNvPicPr>
            <a:picLocks noChangeAspect="1"/>
          </p:cNvPicPr>
          <p:nvPr/>
        </p:nvPicPr>
        <p:blipFill>
          <a:blip r:embed="rId3"/>
          <a:stretch>
            <a:fillRect/>
          </a:stretch>
        </p:blipFill>
        <p:spPr>
          <a:xfrm>
            <a:off x="1712259" y="1174376"/>
            <a:ext cx="8758517" cy="3827929"/>
          </a:xfrm>
          <a:prstGeom prst="rect">
            <a:avLst/>
          </a:prstGeom>
        </p:spPr>
      </p:pic>
      <p:sp>
        <p:nvSpPr>
          <p:cNvPr id="9" name="TextBox 8">
            <a:extLst>
              <a:ext uri="{FF2B5EF4-FFF2-40B4-BE49-F238E27FC236}">
                <a16:creationId xmlns:a16="http://schemas.microsoft.com/office/drawing/2014/main" id="{AF3A487C-631A-4E81-A394-4BFF0F9B9E37}"/>
              </a:ext>
            </a:extLst>
          </p:cNvPr>
          <p:cNvSpPr txBox="1"/>
          <p:nvPr/>
        </p:nvSpPr>
        <p:spPr>
          <a:xfrm>
            <a:off x="4797445" y="5154705"/>
            <a:ext cx="2588144" cy="369332"/>
          </a:xfrm>
          <a:prstGeom prst="rect">
            <a:avLst/>
          </a:prstGeom>
          <a:noFill/>
        </p:spPr>
        <p:txBody>
          <a:bodyPr wrap="none" rtlCol="0">
            <a:spAutoFit/>
          </a:bodyPr>
          <a:lstStyle/>
          <a:p>
            <a:r>
              <a:rPr lang="en-US" dirty="0">
                <a:solidFill>
                  <a:schemeClr val="bg2">
                    <a:lumMod val="50000"/>
                  </a:schemeClr>
                </a:solidFill>
                <a:latin typeface="Times New Roman" panose="02020603050405020304" pitchFamily="18" charset="0"/>
                <a:cs typeface="Times New Roman" panose="02020603050405020304" pitchFamily="18" charset="0"/>
              </a:rPr>
              <a:t>Fig. Screenshot of Task_4</a:t>
            </a:r>
          </a:p>
        </p:txBody>
      </p:sp>
    </p:spTree>
    <p:extLst>
      <p:ext uri="{BB962C8B-B14F-4D97-AF65-F5344CB8AC3E}">
        <p14:creationId xmlns:p14="http://schemas.microsoft.com/office/powerpoint/2010/main" val="4292537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5: Most Popular Payment Method by City</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8417857"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SELECT City, Payment, Payment_Count</a:t>
            </a:r>
          </a:p>
          <a:p>
            <a:pPr marL="0" indent="0">
              <a:buNone/>
            </a:pPr>
            <a:r>
              <a:rPr lang="en-US" sz="1400" i="1" dirty="0">
                <a:latin typeface="Times New Roman" panose="02020603050405020304" pitchFamily="18" charset="0"/>
                <a:cs typeface="Times New Roman" panose="02020603050405020304" pitchFamily="18" charset="0"/>
              </a:rPr>
              <a:t>FROM (SELECT City, Payment, COUNT(*) AS Payment_Count, ROW_NUMBER() OVER (PARTITION BY City ORDER BY COUNT(*) DESC) AS row_num	</a:t>
            </a:r>
          </a:p>
          <a:p>
            <a:pPr marL="0" indent="0">
              <a:buNone/>
            </a:pPr>
            <a:r>
              <a:rPr lang="en-US" sz="1400" i="1" dirty="0">
                <a:latin typeface="Times New Roman" panose="02020603050405020304" pitchFamily="18" charset="0"/>
                <a:cs typeface="Times New Roman" panose="02020603050405020304" pitchFamily="18" charset="0"/>
              </a:rPr>
              <a:t>	FROM walmart_sales	</a:t>
            </a:r>
          </a:p>
          <a:p>
            <a:pPr marL="0" indent="0">
              <a:buNone/>
            </a:pPr>
            <a:r>
              <a:rPr lang="en-US" sz="1400" i="1" dirty="0">
                <a:latin typeface="Times New Roman" panose="02020603050405020304" pitchFamily="18" charset="0"/>
                <a:cs typeface="Times New Roman" panose="02020603050405020304" pitchFamily="18" charset="0"/>
              </a:rPr>
              <a:t>	GROUP BY City, Payment) AS temp_row</a:t>
            </a:r>
          </a:p>
          <a:p>
            <a:pPr marL="0" indent="0">
              <a:buNone/>
            </a:pPr>
            <a:r>
              <a:rPr lang="en-US" sz="1400" i="1" dirty="0">
                <a:latin typeface="Times New Roman" panose="02020603050405020304" pitchFamily="18" charset="0"/>
                <a:cs typeface="Times New Roman" panose="02020603050405020304" pitchFamily="18" charset="0"/>
              </a:rPr>
              <a:t>WHERE row_num = 1</a:t>
            </a:r>
          </a:p>
          <a:p>
            <a:pPr marL="0" indent="0">
              <a:buNone/>
            </a:pPr>
            <a:r>
              <a:rPr lang="en-US" sz="1400" i="1" dirty="0">
                <a:latin typeface="Times New Roman" panose="02020603050405020304" pitchFamily="18" charset="0"/>
                <a:cs typeface="Times New Roman" panose="02020603050405020304" pitchFamily="18" charset="0"/>
              </a:rPr>
              <a:t>ORDER BY City;</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14</a:t>
            </a:fld>
            <a:endParaRPr lang="en-US" dirty="0"/>
          </a:p>
        </p:txBody>
      </p:sp>
      <p:pic>
        <p:nvPicPr>
          <p:cNvPr id="10" name="Picture 9">
            <a:extLst>
              <a:ext uri="{FF2B5EF4-FFF2-40B4-BE49-F238E27FC236}">
                <a16:creationId xmlns:a16="http://schemas.microsoft.com/office/drawing/2014/main" id="{3328E4DC-E9C3-47BC-9A35-6C02C994C27C}"/>
              </a:ext>
            </a:extLst>
          </p:cNvPr>
          <p:cNvPicPr>
            <a:picLocks noChangeAspect="1"/>
          </p:cNvPicPr>
          <p:nvPr/>
        </p:nvPicPr>
        <p:blipFill>
          <a:blip r:embed="rId3"/>
          <a:stretch>
            <a:fillRect/>
          </a:stretch>
        </p:blipFill>
        <p:spPr>
          <a:xfrm>
            <a:off x="9077513" y="2886182"/>
            <a:ext cx="2648320" cy="1085635"/>
          </a:xfrm>
          <a:prstGeom prst="rect">
            <a:avLst/>
          </a:prstGeom>
        </p:spPr>
      </p:pic>
      <p:sp>
        <p:nvSpPr>
          <p:cNvPr id="11" name="TextBox 10">
            <a:extLst>
              <a:ext uri="{FF2B5EF4-FFF2-40B4-BE49-F238E27FC236}">
                <a16:creationId xmlns:a16="http://schemas.microsoft.com/office/drawing/2014/main" id="{29F27F0F-EA4F-4143-8821-D2B955C8D13E}"/>
              </a:ext>
            </a:extLst>
          </p:cNvPr>
          <p:cNvSpPr txBox="1"/>
          <p:nvPr/>
        </p:nvSpPr>
        <p:spPr>
          <a:xfrm>
            <a:off x="9750693" y="4231342"/>
            <a:ext cx="130195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Screenshot</a:t>
            </a:r>
          </a:p>
        </p:txBody>
      </p:sp>
    </p:spTree>
    <p:extLst>
      <p:ext uri="{BB962C8B-B14F-4D97-AF65-F5344CB8AC3E}">
        <p14:creationId xmlns:p14="http://schemas.microsoft.com/office/powerpoint/2010/main" val="1689371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5(Visual Representation)</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15</a:t>
            </a:fld>
            <a:endParaRPr lang="en-US" dirty="0"/>
          </a:p>
        </p:txBody>
      </p:sp>
      <p:graphicFrame>
        <p:nvGraphicFramePr>
          <p:cNvPr id="6" name="Chart 5">
            <a:extLst>
              <a:ext uri="{FF2B5EF4-FFF2-40B4-BE49-F238E27FC236}">
                <a16:creationId xmlns:a16="http://schemas.microsoft.com/office/drawing/2014/main" id="{88C134BF-D02E-45B1-8C60-AD1C07AE73C5}"/>
              </a:ext>
            </a:extLst>
          </p:cNvPr>
          <p:cNvGraphicFramePr/>
          <p:nvPr>
            <p:extLst>
              <p:ext uri="{D42A27DB-BD31-4B8C-83A1-F6EECF244321}">
                <p14:modId xmlns:p14="http://schemas.microsoft.com/office/powerpoint/2010/main" val="3361975220"/>
              </p:ext>
            </p:extLst>
          </p:nvPr>
        </p:nvGraphicFramePr>
        <p:xfrm>
          <a:off x="466165" y="1021976"/>
          <a:ext cx="11250706" cy="46795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49101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6: Monthly Sales Distribution by Gender</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7593104"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Monthly Sales Distribution by Gender</a:t>
            </a:r>
          </a:p>
          <a:p>
            <a:pPr marL="0" indent="0">
              <a:buNone/>
            </a:pPr>
            <a:r>
              <a:rPr lang="en-US" sz="1400" i="1" dirty="0">
                <a:latin typeface="Times New Roman" panose="02020603050405020304" pitchFamily="18" charset="0"/>
                <a:cs typeface="Times New Roman" panose="02020603050405020304" pitchFamily="18" charset="0"/>
              </a:rPr>
              <a:t>SELECT DATE_FORMAT(STR_TO_DATE(`Date`, '%d-%m-%Y'), '%Y-%m') AS Sales_Month, 	</a:t>
            </a:r>
          </a:p>
          <a:p>
            <a:pPr marL="0" indent="0">
              <a:buNone/>
            </a:pPr>
            <a:r>
              <a:rPr lang="en-US" sz="1400" i="1" dirty="0">
                <a:latin typeface="Times New Roman" panose="02020603050405020304" pitchFamily="18" charset="0"/>
                <a:cs typeface="Times New Roman" panose="02020603050405020304" pitchFamily="18" charset="0"/>
              </a:rPr>
              <a:t>	Gender,     </a:t>
            </a:r>
          </a:p>
          <a:p>
            <a:pPr marL="0" indent="0">
              <a:buNone/>
            </a:pPr>
            <a:r>
              <a:rPr lang="en-US" sz="1400" i="1" dirty="0">
                <a:latin typeface="Times New Roman" panose="02020603050405020304" pitchFamily="18" charset="0"/>
                <a:cs typeface="Times New Roman" panose="02020603050405020304" pitchFamily="18" charset="0"/>
              </a:rPr>
              <a:t>	ROUND(SUM(Total), 2) AS Total_Sales</a:t>
            </a:r>
          </a:p>
          <a:p>
            <a:pPr marL="0" indent="0">
              <a:buNone/>
            </a:pPr>
            <a:r>
              <a:rPr lang="en-US" sz="1400" i="1" dirty="0">
                <a:latin typeface="Times New Roman" panose="02020603050405020304" pitchFamily="18" charset="0"/>
                <a:cs typeface="Times New Roman" panose="02020603050405020304" pitchFamily="18" charset="0"/>
              </a:rPr>
              <a:t>FROM walmart_sales</a:t>
            </a:r>
          </a:p>
          <a:p>
            <a:pPr marL="0" indent="0">
              <a:buNone/>
            </a:pPr>
            <a:r>
              <a:rPr lang="en-US" sz="1400" i="1" dirty="0">
                <a:latin typeface="Times New Roman" panose="02020603050405020304" pitchFamily="18" charset="0"/>
                <a:cs typeface="Times New Roman" panose="02020603050405020304" pitchFamily="18" charset="0"/>
              </a:rPr>
              <a:t>GROUP BY Sales_Month, Gender</a:t>
            </a:r>
          </a:p>
          <a:p>
            <a:pPr marL="0" indent="0">
              <a:buNone/>
            </a:pPr>
            <a:r>
              <a:rPr lang="en-US" sz="1400" i="1" dirty="0">
                <a:latin typeface="Times New Roman" panose="02020603050405020304" pitchFamily="18" charset="0"/>
                <a:cs typeface="Times New Roman" panose="02020603050405020304" pitchFamily="18" charset="0"/>
              </a:rPr>
              <a:t>ORDER BY Sales_Month, Gender;</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16</a:t>
            </a:fld>
            <a:endParaRPr lang="en-US" dirty="0"/>
          </a:p>
        </p:txBody>
      </p:sp>
      <p:pic>
        <p:nvPicPr>
          <p:cNvPr id="7" name="Picture 6">
            <a:extLst>
              <a:ext uri="{FF2B5EF4-FFF2-40B4-BE49-F238E27FC236}">
                <a16:creationId xmlns:a16="http://schemas.microsoft.com/office/drawing/2014/main" id="{ED81E2F5-CF2B-42AD-A6CA-CF1B72D3A31A}"/>
              </a:ext>
            </a:extLst>
          </p:cNvPr>
          <p:cNvPicPr>
            <a:picLocks noChangeAspect="1"/>
          </p:cNvPicPr>
          <p:nvPr/>
        </p:nvPicPr>
        <p:blipFill>
          <a:blip r:embed="rId3"/>
          <a:stretch>
            <a:fillRect/>
          </a:stretch>
        </p:blipFill>
        <p:spPr>
          <a:xfrm>
            <a:off x="8838293" y="2438767"/>
            <a:ext cx="2733844" cy="1980465"/>
          </a:xfrm>
          <a:prstGeom prst="rect">
            <a:avLst/>
          </a:prstGeom>
        </p:spPr>
      </p:pic>
      <p:sp>
        <p:nvSpPr>
          <p:cNvPr id="10" name="TextBox 9">
            <a:extLst>
              <a:ext uri="{FF2B5EF4-FFF2-40B4-BE49-F238E27FC236}">
                <a16:creationId xmlns:a16="http://schemas.microsoft.com/office/drawing/2014/main" id="{5A422E8C-B582-481B-9170-E9B27DC871F2}"/>
              </a:ext>
            </a:extLst>
          </p:cNvPr>
          <p:cNvSpPr txBox="1"/>
          <p:nvPr/>
        </p:nvSpPr>
        <p:spPr>
          <a:xfrm>
            <a:off x="9554235" y="4715436"/>
            <a:ext cx="130195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Screenshot</a:t>
            </a:r>
          </a:p>
        </p:txBody>
      </p:sp>
    </p:spTree>
    <p:extLst>
      <p:ext uri="{BB962C8B-B14F-4D97-AF65-F5344CB8AC3E}">
        <p14:creationId xmlns:p14="http://schemas.microsoft.com/office/powerpoint/2010/main" val="3893447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6(Visual Representation)</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17</a:t>
            </a:fld>
            <a:endParaRPr lang="en-US" dirty="0"/>
          </a:p>
        </p:txBody>
      </p:sp>
      <p:graphicFrame>
        <p:nvGraphicFramePr>
          <p:cNvPr id="8" name="Chart 7">
            <a:extLst>
              <a:ext uri="{FF2B5EF4-FFF2-40B4-BE49-F238E27FC236}">
                <a16:creationId xmlns:a16="http://schemas.microsoft.com/office/drawing/2014/main" id="{9495C52A-BFDA-4334-9538-E90526EAE047}"/>
              </a:ext>
            </a:extLst>
          </p:cNvPr>
          <p:cNvGraphicFramePr/>
          <p:nvPr>
            <p:extLst>
              <p:ext uri="{D42A27DB-BD31-4B8C-83A1-F6EECF244321}">
                <p14:modId xmlns:p14="http://schemas.microsoft.com/office/powerpoint/2010/main" val="2557201983"/>
              </p:ext>
            </p:extLst>
          </p:nvPr>
        </p:nvGraphicFramePr>
        <p:xfrm>
          <a:off x="475129" y="1021977"/>
          <a:ext cx="11250706" cy="47154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8078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7: Best Product Line by Customer Type</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11250704"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Best Product Line by Customer Type </a:t>
            </a:r>
          </a:p>
          <a:p>
            <a:pPr marL="0" indent="0">
              <a:buNone/>
            </a:pPr>
            <a:r>
              <a:rPr lang="en-US" sz="1400" i="1" dirty="0">
                <a:latin typeface="Times New Roman" panose="02020603050405020304" pitchFamily="18" charset="0"/>
                <a:cs typeface="Times New Roman" panose="02020603050405020304" pitchFamily="18" charset="0"/>
              </a:rPr>
              <a:t>WITH product_totals AS (SELECT `Customer type`, `Product line`, ROUND(SUM(Total), 2) AS Total_Spent	</a:t>
            </a:r>
          </a:p>
          <a:p>
            <a:pPr marL="0" indent="0">
              <a:buNone/>
            </a:pPr>
            <a:r>
              <a:rPr lang="en-US" sz="1400" i="1" dirty="0">
                <a:latin typeface="Times New Roman" panose="02020603050405020304" pitchFamily="18" charset="0"/>
                <a:cs typeface="Times New Roman" panose="02020603050405020304" pitchFamily="18" charset="0"/>
              </a:rPr>
              <a:t>	FROM walmart_sales	</a:t>
            </a:r>
          </a:p>
          <a:p>
            <a:pPr marL="0" indent="0">
              <a:buNone/>
            </a:pPr>
            <a:r>
              <a:rPr lang="en-US" sz="1400" i="1" dirty="0">
                <a:latin typeface="Times New Roman" panose="02020603050405020304" pitchFamily="18" charset="0"/>
                <a:cs typeface="Times New Roman" panose="02020603050405020304" pitchFamily="18" charset="0"/>
              </a:rPr>
              <a:t>	GROUP BY `Customer type`, `Product line`),	</a:t>
            </a:r>
          </a:p>
          <a:p>
            <a:pPr marL="0" indent="0">
              <a:buNone/>
            </a:pPr>
            <a:r>
              <a:rPr lang="en-US" sz="1400" i="1" dirty="0">
                <a:latin typeface="Times New Roman" panose="02020603050405020304" pitchFamily="18" charset="0"/>
                <a:cs typeface="Times New Roman" panose="02020603050405020304" pitchFamily="18" charset="0"/>
              </a:rPr>
              <a:t>	prdt_preference AS (SELECT *, RANK() OVER (PARTITION BY `Customer type` ORDER BY Total_Spent DESC) AS rnk	</a:t>
            </a:r>
          </a:p>
          <a:p>
            <a:pPr marL="0" indent="0">
              <a:buNone/>
            </a:pPr>
            <a:r>
              <a:rPr lang="en-US" sz="1400" i="1" dirty="0">
                <a:latin typeface="Times New Roman" panose="02020603050405020304" pitchFamily="18" charset="0"/>
                <a:cs typeface="Times New Roman" panose="02020603050405020304" pitchFamily="18" charset="0"/>
              </a:rPr>
              <a:t>	FROM product_totals)</a:t>
            </a:r>
          </a:p>
          <a:p>
            <a:pPr marL="0" indent="0">
              <a:buNone/>
            </a:pPr>
            <a:r>
              <a:rPr lang="en-US" sz="1400" i="1" dirty="0">
                <a:latin typeface="Times New Roman" panose="02020603050405020304" pitchFamily="18" charset="0"/>
                <a:cs typeface="Times New Roman" panose="02020603050405020304" pitchFamily="18" charset="0"/>
              </a:rPr>
              <a:t>SELECT `Customer type`, `Product line` AS Preferred_Product_Line, Total_Spent</a:t>
            </a:r>
          </a:p>
          <a:p>
            <a:pPr marL="0" indent="0">
              <a:buNone/>
            </a:pPr>
            <a:r>
              <a:rPr lang="en-US" sz="1400" i="1" dirty="0">
                <a:latin typeface="Times New Roman" panose="02020603050405020304" pitchFamily="18" charset="0"/>
                <a:cs typeface="Times New Roman" panose="02020603050405020304" pitchFamily="18" charset="0"/>
              </a:rPr>
              <a:t>FROM prdt_preference</a:t>
            </a:r>
          </a:p>
          <a:p>
            <a:pPr marL="0" indent="0">
              <a:buNone/>
            </a:pPr>
            <a:r>
              <a:rPr lang="en-US" sz="1400" i="1" dirty="0">
                <a:latin typeface="Times New Roman" panose="02020603050405020304" pitchFamily="18" charset="0"/>
                <a:cs typeface="Times New Roman" panose="02020603050405020304" pitchFamily="18" charset="0"/>
              </a:rPr>
              <a:t>WHERE rnk = 1</a:t>
            </a:r>
          </a:p>
          <a:p>
            <a:pPr marL="0" indent="0">
              <a:buNone/>
            </a:pPr>
            <a:r>
              <a:rPr lang="en-US" sz="1400" i="1" dirty="0">
                <a:latin typeface="Times New Roman" panose="02020603050405020304" pitchFamily="18" charset="0"/>
                <a:cs typeface="Times New Roman" panose="02020603050405020304" pitchFamily="18" charset="0"/>
              </a:rPr>
              <a:t>ORDER BY `Customer type`;</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18</a:t>
            </a:fld>
            <a:endParaRPr lang="en-US" dirty="0"/>
          </a:p>
        </p:txBody>
      </p:sp>
    </p:spTree>
    <p:extLst>
      <p:ext uri="{BB962C8B-B14F-4D97-AF65-F5344CB8AC3E}">
        <p14:creationId xmlns:p14="http://schemas.microsoft.com/office/powerpoint/2010/main" val="729416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F08C6CB-8C13-0D9E-C7C6-7AB878D1215A}"/>
              </a:ext>
            </a:extLst>
          </p:cNvPr>
          <p:cNvSpPr>
            <a:spLocks noGrp="1"/>
          </p:cNvSpPr>
          <p:nvPr>
            <p:ph type="dt" sz="half" idx="2"/>
          </p:nvPr>
        </p:nvSpPr>
        <p:spPr>
          <a:xfrm>
            <a:off x="10011833" y="6226628"/>
            <a:ext cx="1560304" cy="631372"/>
          </a:xfrm>
        </p:spPr>
        <p:txBody>
          <a:bodyPr/>
          <a:lstStyle/>
          <a:p>
            <a:fld id="{72B8B865-6043-45BC-B48D-1676CB43D17A}" type="datetime1">
              <a:rPr lang="en-US" smtClean="0"/>
              <a:pPr/>
              <a:t>23-Nov-25</a:t>
            </a:fld>
            <a:endParaRPr lang="en-US" dirty="0"/>
          </a:p>
        </p:txBody>
      </p:sp>
      <p:sp>
        <p:nvSpPr>
          <p:cNvPr id="6" name="Slide Number Placeholder 5">
            <a:extLst>
              <a:ext uri="{FF2B5EF4-FFF2-40B4-BE49-F238E27FC236}">
                <a16:creationId xmlns:a16="http://schemas.microsoft.com/office/drawing/2014/main" id="{231666D3-AEBC-3481-2B8F-AB51BE3937FD}"/>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19</a:t>
            </a:fld>
            <a:endParaRPr lang="en-US" dirty="0"/>
          </a:p>
        </p:txBody>
      </p:sp>
      <p:sp>
        <p:nvSpPr>
          <p:cNvPr id="9" name="Title 1">
            <a:extLst>
              <a:ext uri="{FF2B5EF4-FFF2-40B4-BE49-F238E27FC236}">
                <a16:creationId xmlns:a16="http://schemas.microsoft.com/office/drawing/2014/main" id="{C3D35BCB-4F17-4B32-84DC-DB20A29AD6AF}"/>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7(Visual Representation And Screenshot)</a:t>
            </a:r>
          </a:p>
        </p:txBody>
      </p:sp>
      <p:pic>
        <p:nvPicPr>
          <p:cNvPr id="15" name="Picture 14">
            <a:extLst>
              <a:ext uri="{FF2B5EF4-FFF2-40B4-BE49-F238E27FC236}">
                <a16:creationId xmlns:a16="http://schemas.microsoft.com/office/drawing/2014/main" id="{0B0160C6-21F4-4EC2-A2D8-BC8579A71C52}"/>
              </a:ext>
            </a:extLst>
          </p:cNvPr>
          <p:cNvPicPr>
            <a:picLocks noChangeAspect="1"/>
          </p:cNvPicPr>
          <p:nvPr/>
        </p:nvPicPr>
        <p:blipFill>
          <a:blip r:embed="rId3"/>
          <a:stretch>
            <a:fillRect/>
          </a:stretch>
        </p:blipFill>
        <p:spPr>
          <a:xfrm>
            <a:off x="8148918" y="2537012"/>
            <a:ext cx="3352799" cy="1204693"/>
          </a:xfrm>
          <a:prstGeom prst="rect">
            <a:avLst/>
          </a:prstGeom>
        </p:spPr>
      </p:pic>
      <p:sp>
        <p:nvSpPr>
          <p:cNvPr id="16" name="TextBox 15">
            <a:extLst>
              <a:ext uri="{FF2B5EF4-FFF2-40B4-BE49-F238E27FC236}">
                <a16:creationId xmlns:a16="http://schemas.microsoft.com/office/drawing/2014/main" id="{1DC6F799-010F-49E4-B63D-ED70FE30BB2B}"/>
              </a:ext>
            </a:extLst>
          </p:cNvPr>
          <p:cNvSpPr txBox="1"/>
          <p:nvPr/>
        </p:nvSpPr>
        <p:spPr>
          <a:xfrm>
            <a:off x="9174337" y="4105836"/>
            <a:ext cx="130195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Screenshot</a:t>
            </a:r>
          </a:p>
        </p:txBody>
      </p:sp>
      <p:graphicFrame>
        <p:nvGraphicFramePr>
          <p:cNvPr id="19" name="Chart 18">
            <a:extLst>
              <a:ext uri="{FF2B5EF4-FFF2-40B4-BE49-F238E27FC236}">
                <a16:creationId xmlns:a16="http://schemas.microsoft.com/office/drawing/2014/main" id="{E0BBF804-3227-4ED9-A8F5-BF865EFE2755}"/>
              </a:ext>
            </a:extLst>
          </p:cNvPr>
          <p:cNvGraphicFramePr/>
          <p:nvPr>
            <p:extLst>
              <p:ext uri="{D42A27DB-BD31-4B8C-83A1-F6EECF244321}">
                <p14:modId xmlns:p14="http://schemas.microsoft.com/office/powerpoint/2010/main" val="1426733832"/>
              </p:ext>
            </p:extLst>
          </p:nvPr>
        </p:nvGraphicFramePr>
        <p:xfrm>
          <a:off x="619126" y="1943101"/>
          <a:ext cx="7181850" cy="36195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98851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8: Identifying Repeat Customers</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11250704"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Identifying Repeat Customers</a:t>
            </a:r>
          </a:p>
          <a:p>
            <a:pPr marL="0" indent="0">
              <a:buNone/>
            </a:pPr>
            <a:r>
              <a:rPr lang="en-US" sz="1400" i="1" dirty="0">
                <a:latin typeface="Times New Roman" panose="02020603050405020304" pitchFamily="18" charset="0"/>
                <a:cs typeface="Times New Roman" panose="02020603050405020304" pitchFamily="18" charset="0"/>
              </a:rPr>
              <a:t>WITH cust_orders AS (SELECT `Customer ID` AS Customer_ID, STR_TO_DATE(`Date`, '%d-%m-%Y') AS Order_Date	</a:t>
            </a:r>
          </a:p>
          <a:p>
            <a:pPr marL="0" indent="0">
              <a:buNone/>
            </a:pPr>
            <a:r>
              <a:rPr lang="en-US" sz="1400" i="1" dirty="0">
                <a:latin typeface="Times New Roman" panose="02020603050405020304" pitchFamily="18" charset="0"/>
                <a:cs typeface="Times New Roman" panose="02020603050405020304" pitchFamily="18" charset="0"/>
              </a:rPr>
              <a:t>	FROM walmart_sales),	</a:t>
            </a:r>
          </a:p>
          <a:p>
            <a:pPr marL="0" indent="0">
              <a:buNone/>
            </a:pPr>
            <a:r>
              <a:rPr lang="en-US" sz="1400" i="1" dirty="0">
                <a:latin typeface="Times New Roman" panose="02020603050405020304" pitchFamily="18" charset="0"/>
                <a:cs typeface="Times New Roman" panose="02020603050405020304" pitchFamily="18" charset="0"/>
              </a:rPr>
              <a:t>	filtered_dates AS (SELECT Customer_ID, Order_Date, LAG(order_date) OVER (PARTITION BY Customer_ID ORDER BY Order_Date) AS 	prev_order_date    </a:t>
            </a:r>
          </a:p>
          <a:p>
            <a:pPr marL="0" indent="0">
              <a:buNone/>
            </a:pPr>
            <a:r>
              <a:rPr lang="en-US" sz="1400" i="1" dirty="0">
                <a:latin typeface="Times New Roman" panose="02020603050405020304" pitchFamily="18" charset="0"/>
                <a:cs typeface="Times New Roman" panose="02020603050405020304" pitchFamily="18" charset="0"/>
              </a:rPr>
              <a:t>	FROM cust_orders)</a:t>
            </a:r>
          </a:p>
          <a:p>
            <a:pPr marL="0" indent="0">
              <a:buNone/>
            </a:pPr>
            <a:r>
              <a:rPr lang="en-US" sz="1400" i="1" dirty="0">
                <a:latin typeface="Times New Roman" panose="02020603050405020304" pitchFamily="18" charset="0"/>
                <a:cs typeface="Times New Roman" panose="02020603050405020304" pitchFamily="18" charset="0"/>
              </a:rPr>
              <a:t>SELECT Customer_ID, COUNT(*) AS Repeat_Cus</a:t>
            </a:r>
          </a:p>
          <a:p>
            <a:pPr marL="0" indent="0">
              <a:buNone/>
            </a:pPr>
            <a:r>
              <a:rPr lang="en-US" sz="1400" i="1" dirty="0">
                <a:latin typeface="Times New Roman" panose="02020603050405020304" pitchFamily="18" charset="0"/>
                <a:cs typeface="Times New Roman" panose="02020603050405020304" pitchFamily="18" charset="0"/>
              </a:rPr>
              <a:t>FROM filtered_dates</a:t>
            </a:r>
          </a:p>
          <a:p>
            <a:pPr marL="0" indent="0">
              <a:buNone/>
            </a:pPr>
            <a:r>
              <a:rPr lang="en-US" sz="1400" i="1" dirty="0">
                <a:latin typeface="Times New Roman" panose="02020603050405020304" pitchFamily="18" charset="0"/>
                <a:cs typeface="Times New Roman" panose="02020603050405020304" pitchFamily="18" charset="0"/>
              </a:rPr>
              <a:t>WHERE prev_order_date IS NOT NULL AND DATEDIFF(Order_Date, prev_order_date) &lt;= 30</a:t>
            </a:r>
          </a:p>
          <a:p>
            <a:pPr marL="0" indent="0">
              <a:buNone/>
            </a:pPr>
            <a:r>
              <a:rPr lang="en-US" sz="1400" i="1" dirty="0">
                <a:latin typeface="Times New Roman" panose="02020603050405020304" pitchFamily="18" charset="0"/>
                <a:cs typeface="Times New Roman" panose="02020603050405020304" pitchFamily="18" charset="0"/>
              </a:rPr>
              <a:t>GROUP BY Customer_ID</a:t>
            </a:r>
          </a:p>
          <a:p>
            <a:pPr marL="0" indent="0">
              <a:buNone/>
            </a:pPr>
            <a:r>
              <a:rPr lang="en-US" sz="1400" i="1" dirty="0">
                <a:latin typeface="Times New Roman" panose="02020603050405020304" pitchFamily="18" charset="0"/>
                <a:cs typeface="Times New Roman" panose="02020603050405020304" pitchFamily="18" charset="0"/>
              </a:rPr>
              <a:t>ORDER BY Repeat_Cus DESC;</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20</a:t>
            </a:fld>
            <a:endParaRPr lang="en-US" dirty="0"/>
          </a:p>
        </p:txBody>
      </p:sp>
    </p:spTree>
    <p:extLst>
      <p:ext uri="{BB962C8B-B14F-4D97-AF65-F5344CB8AC3E}">
        <p14:creationId xmlns:p14="http://schemas.microsoft.com/office/powerpoint/2010/main" val="478973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F3A487C-631A-4E81-A394-4BFF0F9B9E37}"/>
              </a:ext>
            </a:extLst>
          </p:cNvPr>
          <p:cNvSpPr txBox="1"/>
          <p:nvPr/>
        </p:nvSpPr>
        <p:spPr>
          <a:xfrm>
            <a:off x="4797445" y="5154705"/>
            <a:ext cx="2588144" cy="369332"/>
          </a:xfrm>
          <a:prstGeom prst="rect">
            <a:avLst/>
          </a:prstGeom>
          <a:noFill/>
        </p:spPr>
        <p:txBody>
          <a:bodyPr wrap="none" rtlCol="0">
            <a:spAutoFit/>
          </a:bodyPr>
          <a:lstStyle/>
          <a:p>
            <a:r>
              <a:rPr lang="en-US" dirty="0">
                <a:solidFill>
                  <a:schemeClr val="bg2">
                    <a:lumMod val="50000"/>
                  </a:schemeClr>
                </a:solidFill>
                <a:latin typeface="Times New Roman" panose="02020603050405020304" pitchFamily="18" charset="0"/>
                <a:cs typeface="Times New Roman" panose="02020603050405020304" pitchFamily="18" charset="0"/>
              </a:rPr>
              <a:t>Fig. Screenshot of Task_8</a:t>
            </a:r>
          </a:p>
        </p:txBody>
      </p:sp>
      <p:pic>
        <p:nvPicPr>
          <p:cNvPr id="3" name="Picture 2">
            <a:extLst>
              <a:ext uri="{FF2B5EF4-FFF2-40B4-BE49-F238E27FC236}">
                <a16:creationId xmlns:a16="http://schemas.microsoft.com/office/drawing/2014/main" id="{777706E0-5543-4870-B1B0-1C50FADB7C28}"/>
              </a:ext>
            </a:extLst>
          </p:cNvPr>
          <p:cNvPicPr>
            <a:picLocks noChangeAspect="1"/>
          </p:cNvPicPr>
          <p:nvPr/>
        </p:nvPicPr>
        <p:blipFill>
          <a:blip r:embed="rId3"/>
          <a:stretch>
            <a:fillRect/>
          </a:stretch>
        </p:blipFill>
        <p:spPr>
          <a:xfrm>
            <a:off x="4312025" y="1184511"/>
            <a:ext cx="2967316" cy="3808830"/>
          </a:xfrm>
          <a:prstGeom prst="rect">
            <a:avLst/>
          </a:prstGeom>
        </p:spPr>
      </p:pic>
    </p:spTree>
    <p:extLst>
      <p:ext uri="{BB962C8B-B14F-4D97-AF65-F5344CB8AC3E}">
        <p14:creationId xmlns:p14="http://schemas.microsoft.com/office/powerpoint/2010/main" val="1092922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9: Finding Top 5 Customers by Sales Volume</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6275292"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Top 5 Customers by Sales Volume</a:t>
            </a:r>
          </a:p>
          <a:p>
            <a:pPr marL="0" indent="0">
              <a:buNone/>
            </a:pPr>
            <a:r>
              <a:rPr lang="en-US" sz="1400" i="1" dirty="0">
                <a:latin typeface="Times New Roman" panose="02020603050405020304" pitchFamily="18" charset="0"/>
                <a:cs typeface="Times New Roman" panose="02020603050405020304" pitchFamily="18" charset="0"/>
              </a:rPr>
              <a:t>SELECT `Customer ID` AS Cus_ID, ROUND(SUM(`Total`), 2) AS Total_Revenue</a:t>
            </a:r>
          </a:p>
          <a:p>
            <a:pPr marL="0" indent="0">
              <a:buNone/>
            </a:pPr>
            <a:r>
              <a:rPr lang="en-US" sz="1400" i="1" dirty="0">
                <a:latin typeface="Times New Roman" panose="02020603050405020304" pitchFamily="18" charset="0"/>
                <a:cs typeface="Times New Roman" panose="02020603050405020304" pitchFamily="18" charset="0"/>
              </a:rPr>
              <a:t>FROM walmart_sales</a:t>
            </a:r>
          </a:p>
          <a:p>
            <a:pPr marL="0" indent="0">
              <a:buNone/>
            </a:pPr>
            <a:r>
              <a:rPr lang="en-US" sz="1400" i="1" dirty="0">
                <a:latin typeface="Times New Roman" panose="02020603050405020304" pitchFamily="18" charset="0"/>
                <a:cs typeface="Times New Roman" panose="02020603050405020304" pitchFamily="18" charset="0"/>
              </a:rPr>
              <a:t>GROUP BY `Customer ID`</a:t>
            </a:r>
          </a:p>
          <a:p>
            <a:pPr marL="0" indent="0">
              <a:buNone/>
            </a:pPr>
            <a:r>
              <a:rPr lang="en-US" sz="1400" i="1" dirty="0">
                <a:latin typeface="Times New Roman" panose="02020603050405020304" pitchFamily="18" charset="0"/>
                <a:cs typeface="Times New Roman" panose="02020603050405020304" pitchFamily="18" charset="0"/>
              </a:rPr>
              <a:t>ORDER BY Total_Revenue DESC</a:t>
            </a:r>
          </a:p>
          <a:p>
            <a:pPr marL="0" indent="0">
              <a:buNone/>
            </a:pPr>
            <a:r>
              <a:rPr lang="en-US" sz="1400" i="1" dirty="0">
                <a:latin typeface="Times New Roman" panose="02020603050405020304" pitchFamily="18" charset="0"/>
                <a:cs typeface="Times New Roman" panose="02020603050405020304" pitchFamily="18" charset="0"/>
              </a:rPr>
              <a:t>LIMIT 5;</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22</a:t>
            </a:fld>
            <a:endParaRPr lang="en-US" dirty="0"/>
          </a:p>
        </p:txBody>
      </p:sp>
      <p:pic>
        <p:nvPicPr>
          <p:cNvPr id="7" name="Picture 6">
            <a:extLst>
              <a:ext uri="{FF2B5EF4-FFF2-40B4-BE49-F238E27FC236}">
                <a16:creationId xmlns:a16="http://schemas.microsoft.com/office/drawing/2014/main" id="{E01D34A7-06A7-4A2C-AEA8-AAC6FFDF4565}"/>
              </a:ext>
            </a:extLst>
          </p:cNvPr>
          <p:cNvPicPr>
            <a:picLocks noChangeAspect="1"/>
          </p:cNvPicPr>
          <p:nvPr/>
        </p:nvPicPr>
        <p:blipFill>
          <a:blip r:embed="rId3"/>
          <a:stretch>
            <a:fillRect/>
          </a:stretch>
        </p:blipFill>
        <p:spPr>
          <a:xfrm>
            <a:off x="8753632" y="2356311"/>
            <a:ext cx="2516402" cy="2145378"/>
          </a:xfrm>
          <a:prstGeom prst="rect">
            <a:avLst/>
          </a:prstGeom>
        </p:spPr>
      </p:pic>
      <p:sp>
        <p:nvSpPr>
          <p:cNvPr id="8" name="TextBox 7">
            <a:extLst>
              <a:ext uri="{FF2B5EF4-FFF2-40B4-BE49-F238E27FC236}">
                <a16:creationId xmlns:a16="http://schemas.microsoft.com/office/drawing/2014/main" id="{1EA2942B-E0DC-4E3C-8A93-1D2B3710EE2F}"/>
              </a:ext>
            </a:extLst>
          </p:cNvPr>
          <p:cNvSpPr txBox="1"/>
          <p:nvPr/>
        </p:nvSpPr>
        <p:spPr>
          <a:xfrm>
            <a:off x="9360853" y="4706471"/>
            <a:ext cx="130195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Screenshot</a:t>
            </a:r>
          </a:p>
        </p:txBody>
      </p:sp>
    </p:spTree>
    <p:extLst>
      <p:ext uri="{BB962C8B-B14F-4D97-AF65-F5344CB8AC3E}">
        <p14:creationId xmlns:p14="http://schemas.microsoft.com/office/powerpoint/2010/main" val="1550773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10: Analyzing Sales Trends by Day of the Week</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7521386" cy="4679575"/>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CODE :</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1400" i="1" dirty="0">
                <a:latin typeface="Times New Roman" panose="02020603050405020304" pitchFamily="18" charset="0"/>
                <a:cs typeface="Times New Roman" panose="02020603050405020304" pitchFamily="18" charset="0"/>
              </a:rPr>
              <a:t># Sales Trends by Day of the Week</a:t>
            </a:r>
          </a:p>
          <a:p>
            <a:pPr marL="0" indent="0">
              <a:buNone/>
            </a:pPr>
            <a:r>
              <a:rPr lang="en-US" sz="1400" i="1" dirty="0">
                <a:latin typeface="Times New Roman" panose="02020603050405020304" pitchFamily="18" charset="0"/>
                <a:cs typeface="Times New Roman" panose="02020603050405020304" pitchFamily="18" charset="0"/>
              </a:rPr>
              <a:t>SELECT DAYNAME(STR_TO_DATE(Date, '%d-%m-%Y')) AS Day_Name, </a:t>
            </a:r>
          </a:p>
          <a:p>
            <a:pPr marL="0" indent="0">
              <a:buNone/>
            </a:pPr>
            <a:r>
              <a:rPr lang="en-US" sz="1400" i="1" dirty="0">
                <a:latin typeface="Times New Roman" panose="02020603050405020304" pitchFamily="18" charset="0"/>
                <a:cs typeface="Times New Roman" panose="02020603050405020304" pitchFamily="18" charset="0"/>
              </a:rPr>
              <a:t>	ROUND(SUM(Total), 2) 	AS Total_Sales</a:t>
            </a:r>
          </a:p>
          <a:p>
            <a:pPr marL="0" indent="0">
              <a:buNone/>
            </a:pPr>
            <a:r>
              <a:rPr lang="en-US" sz="1400" i="1" dirty="0">
                <a:latin typeface="Times New Roman" panose="02020603050405020304" pitchFamily="18" charset="0"/>
                <a:cs typeface="Times New Roman" panose="02020603050405020304" pitchFamily="18" charset="0"/>
              </a:rPr>
              <a:t>FROM walmart_sales</a:t>
            </a:r>
          </a:p>
          <a:p>
            <a:pPr marL="0" indent="0">
              <a:buNone/>
            </a:pPr>
            <a:r>
              <a:rPr lang="en-US" sz="1400" i="1" dirty="0">
                <a:latin typeface="Times New Roman" panose="02020603050405020304" pitchFamily="18" charset="0"/>
                <a:cs typeface="Times New Roman" panose="02020603050405020304" pitchFamily="18" charset="0"/>
              </a:rPr>
              <a:t>GROUP BY Day_Name</a:t>
            </a:r>
          </a:p>
          <a:p>
            <a:pPr marL="0" indent="0">
              <a:buNone/>
            </a:pPr>
            <a:r>
              <a:rPr lang="en-US" sz="1400" i="1" dirty="0">
                <a:latin typeface="Times New Roman" panose="02020603050405020304" pitchFamily="18" charset="0"/>
                <a:cs typeface="Times New Roman" panose="02020603050405020304" pitchFamily="18" charset="0"/>
              </a:rPr>
              <a:t>ORDER BY Total_Sales DESC;</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23</a:t>
            </a:fld>
            <a:endParaRPr lang="en-US" dirty="0"/>
          </a:p>
        </p:txBody>
      </p:sp>
      <p:pic>
        <p:nvPicPr>
          <p:cNvPr id="7" name="Picture 6">
            <a:extLst>
              <a:ext uri="{FF2B5EF4-FFF2-40B4-BE49-F238E27FC236}">
                <a16:creationId xmlns:a16="http://schemas.microsoft.com/office/drawing/2014/main" id="{4EC69B30-857A-440C-816B-1D03FF4F31B5}"/>
              </a:ext>
            </a:extLst>
          </p:cNvPr>
          <p:cNvPicPr>
            <a:picLocks noChangeAspect="1"/>
          </p:cNvPicPr>
          <p:nvPr/>
        </p:nvPicPr>
        <p:blipFill>
          <a:blip r:embed="rId3"/>
          <a:stretch>
            <a:fillRect/>
          </a:stretch>
        </p:blipFill>
        <p:spPr>
          <a:xfrm>
            <a:off x="8810562" y="2361299"/>
            <a:ext cx="2402541" cy="2135402"/>
          </a:xfrm>
          <a:prstGeom prst="rect">
            <a:avLst/>
          </a:prstGeom>
        </p:spPr>
      </p:pic>
      <p:sp>
        <p:nvSpPr>
          <p:cNvPr id="8" name="TextBox 7">
            <a:extLst>
              <a:ext uri="{FF2B5EF4-FFF2-40B4-BE49-F238E27FC236}">
                <a16:creationId xmlns:a16="http://schemas.microsoft.com/office/drawing/2014/main" id="{83DC7697-3268-43DC-B5C8-DC0703C2E475}"/>
              </a:ext>
            </a:extLst>
          </p:cNvPr>
          <p:cNvSpPr txBox="1"/>
          <p:nvPr/>
        </p:nvSpPr>
        <p:spPr>
          <a:xfrm>
            <a:off x="9360852" y="4679576"/>
            <a:ext cx="1301959"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Fig. Screenshot</a:t>
            </a:r>
          </a:p>
        </p:txBody>
      </p:sp>
    </p:spTree>
    <p:extLst>
      <p:ext uri="{BB962C8B-B14F-4D97-AF65-F5344CB8AC3E}">
        <p14:creationId xmlns:p14="http://schemas.microsoft.com/office/powerpoint/2010/main" val="1073651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Task 10(Visual Representation)</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24</a:t>
            </a:fld>
            <a:endParaRPr lang="en-US" dirty="0"/>
          </a:p>
        </p:txBody>
      </p:sp>
      <p:graphicFrame>
        <p:nvGraphicFramePr>
          <p:cNvPr id="7" name="Chart 6">
            <a:extLst>
              <a:ext uri="{FF2B5EF4-FFF2-40B4-BE49-F238E27FC236}">
                <a16:creationId xmlns:a16="http://schemas.microsoft.com/office/drawing/2014/main" id="{CF3353D2-3089-47E9-8E79-C1FBA568B78B}"/>
              </a:ext>
            </a:extLst>
          </p:cNvPr>
          <p:cNvGraphicFramePr/>
          <p:nvPr>
            <p:extLst>
              <p:ext uri="{D42A27DB-BD31-4B8C-83A1-F6EECF244321}">
                <p14:modId xmlns:p14="http://schemas.microsoft.com/office/powerpoint/2010/main" val="1870448390"/>
              </p:ext>
            </p:extLst>
          </p:nvPr>
        </p:nvGraphicFramePr>
        <p:xfrm>
          <a:off x="475129" y="1021976"/>
          <a:ext cx="11241742" cy="475129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45417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466165" y="530572"/>
            <a:ext cx="11250706" cy="491404"/>
          </a:xfrm>
        </p:spPr>
        <p:txBody>
          <a:bodyPr/>
          <a:lstStyle/>
          <a:p>
            <a:r>
              <a:rPr lang="en-US" sz="2400" dirty="0">
                <a:solidFill>
                  <a:schemeClr val="bg2">
                    <a:lumMod val="50000"/>
                  </a:schemeClr>
                </a:solidFill>
              </a:rPr>
              <a:t>KEY INSIGHTS</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0"/>
          </p:nvPr>
        </p:nvSpPr>
        <p:spPr>
          <a:xfrm>
            <a:off x="466167" y="1138519"/>
            <a:ext cx="11250704" cy="4679575"/>
          </a:xfrm>
        </p:spPr>
        <p:txBody>
          <a:bodyPr vert="horz" lIns="91440" tIns="45720" rIns="91440" bIns="45720" rtlCol="0" anchor="t">
            <a:normAutofit/>
          </a:bodyPr>
          <a:lstStyle/>
          <a:p>
            <a:r>
              <a:rPr lang="en-US" sz="1400" i="1" dirty="0">
                <a:latin typeface="Times New Roman" panose="02020603050405020304" pitchFamily="18" charset="0"/>
                <a:cs typeface="Times New Roman" panose="02020603050405020304" pitchFamily="18" charset="0"/>
              </a:rPr>
              <a:t>‘Branch A’ shows the most consistent sales growth, while ‘Branch C’ have some high sales in some months and ‘Branch B’ grows steadily slower rate.</a:t>
            </a:r>
          </a:p>
          <a:p>
            <a:r>
              <a:rPr lang="en-US" sz="1400" i="1" dirty="0">
                <a:latin typeface="Times New Roman" panose="02020603050405020304" pitchFamily="18" charset="0"/>
                <a:cs typeface="Times New Roman" panose="02020603050405020304" pitchFamily="18" charset="0"/>
              </a:rPr>
              <a:t>‘Branch A’ earns more profit from “Home and Lifestyle” Product line, while ‘Branch B’ profits more from “Sports and Travel” and ‘Branch C’ makes the profit from “Food and Beverages”.</a:t>
            </a:r>
          </a:p>
          <a:p>
            <a:r>
              <a:rPr lang="en-US" sz="1400" i="1" dirty="0">
                <a:latin typeface="Times New Roman" panose="02020603050405020304" pitchFamily="18" charset="0"/>
                <a:cs typeface="Times New Roman" panose="02020603050405020304" pitchFamily="18" charset="0"/>
              </a:rPr>
              <a:t>Most customers fall into the ‘Low’ and ‘Medium’ category in spending, while small group of ‘High’ spenders contribute a major share of the total revenue.</a:t>
            </a:r>
          </a:p>
          <a:p>
            <a:r>
              <a:rPr lang="en-US" sz="1400" i="1" dirty="0">
                <a:latin typeface="Times New Roman" panose="02020603050405020304" pitchFamily="18" charset="0"/>
                <a:cs typeface="Times New Roman" panose="02020603050405020304" pitchFamily="18" charset="0"/>
              </a:rPr>
              <a:t>Payment preferences vary across cities. ‘E-Wallet’ is the most common used payment method overall.</a:t>
            </a:r>
          </a:p>
          <a:p>
            <a:r>
              <a:rPr lang="en-US" sz="1400" i="1" dirty="0">
                <a:latin typeface="Times New Roman" panose="02020603050405020304" pitchFamily="18" charset="0"/>
                <a:cs typeface="Times New Roman" panose="02020603050405020304" pitchFamily="18" charset="0"/>
              </a:rPr>
              <a:t>Female customers consistently contribute more monthly sales compared to male customers.</a:t>
            </a:r>
          </a:p>
          <a:p>
            <a:r>
              <a:rPr lang="en-US" sz="1400" i="1" dirty="0">
                <a:latin typeface="Times New Roman" panose="02020603050405020304" pitchFamily="18" charset="0"/>
                <a:cs typeface="Times New Roman" panose="02020603050405020304" pitchFamily="18" charset="0"/>
              </a:rPr>
              <a:t>A small group of customers makes repeat purchases within 30 days, indicating loyal customers. These customers will be ideal targets for loyalty programs.</a:t>
            </a:r>
          </a:p>
          <a:p>
            <a:r>
              <a:rPr lang="en-US" sz="1400" i="1" dirty="0">
                <a:latin typeface="Times New Roman" panose="02020603050405020304" pitchFamily="18" charset="0"/>
                <a:cs typeface="Times New Roman" panose="02020603050405020304" pitchFamily="18" charset="0"/>
              </a:rPr>
              <a:t>‘Saturday’ has recorded the highest sales, followed by ‘Tuesday’ and ‘Thursday’. This shows strong shopping in weekend and mid-level shopping in weekdays.</a:t>
            </a:r>
          </a:p>
        </p:txBody>
      </p:sp>
      <p:sp>
        <p:nvSpPr>
          <p:cNvPr id="4" name="Date Placeholder 3">
            <a:extLst>
              <a:ext uri="{FF2B5EF4-FFF2-40B4-BE49-F238E27FC236}">
                <a16:creationId xmlns:a16="http://schemas.microsoft.com/office/drawing/2014/main" id="{A004579C-DA6D-B905-B710-1E6243E8C700}"/>
              </a:ext>
            </a:extLst>
          </p:cNvPr>
          <p:cNvSpPr>
            <a:spLocks noGrp="1"/>
          </p:cNvSpPr>
          <p:nvPr>
            <p:ph type="dt" sz="half" idx="2"/>
          </p:nvPr>
        </p:nvSpPr>
        <p:spPr>
          <a:xfrm>
            <a:off x="10011833" y="6226628"/>
            <a:ext cx="1560304" cy="631372"/>
          </a:xfrm>
        </p:spPr>
        <p:txBody>
          <a:bodyPr/>
          <a:lstStyle/>
          <a:p>
            <a:fld id="{EA52206C-522E-4279-9E0D-1C28CCBD7571}" type="datetime1">
              <a:rPr lang="en-US" smtClean="0"/>
              <a:pPr/>
              <a:t>23-Nov-25</a:t>
            </a:fld>
            <a:endParaRPr lang="en-US" dirty="0"/>
          </a:p>
        </p:txBody>
      </p:sp>
      <p:sp>
        <p:nvSpPr>
          <p:cNvPr id="5" name="Slide Number Placeholder 4">
            <a:extLst>
              <a:ext uri="{FF2B5EF4-FFF2-40B4-BE49-F238E27FC236}">
                <a16:creationId xmlns:a16="http://schemas.microsoft.com/office/drawing/2014/main" id="{E1420634-75FC-1021-C59D-6A615E04CCB7}"/>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25</a:t>
            </a:fld>
            <a:endParaRPr lang="en-US" dirty="0"/>
          </a:p>
        </p:txBody>
      </p:sp>
    </p:spTree>
    <p:extLst>
      <p:ext uri="{BB962C8B-B14F-4D97-AF65-F5344CB8AC3E}">
        <p14:creationId xmlns:p14="http://schemas.microsoft.com/office/powerpoint/2010/main" val="271177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964746" y="327023"/>
            <a:ext cx="5931354" cy="5561465"/>
          </a:xfrm>
        </p:spPr>
        <p:txBody>
          <a:bodyPr/>
          <a:lstStyle/>
          <a:p>
            <a:r>
              <a:rPr lang="en-US" dirty="0"/>
              <a:t>Thank you</a:t>
            </a:r>
          </a:p>
        </p:txBody>
      </p:sp>
      <p:sp>
        <p:nvSpPr>
          <p:cNvPr id="4" name="Date Placeholder 3">
            <a:extLst>
              <a:ext uri="{FF2B5EF4-FFF2-40B4-BE49-F238E27FC236}">
                <a16:creationId xmlns:a16="http://schemas.microsoft.com/office/drawing/2014/main" id="{2EB68051-4856-FADE-1394-1BF8D4AFC1EC}"/>
              </a:ext>
            </a:extLst>
          </p:cNvPr>
          <p:cNvSpPr>
            <a:spLocks noGrp="1"/>
          </p:cNvSpPr>
          <p:nvPr>
            <p:ph type="dt" sz="half" idx="2"/>
          </p:nvPr>
        </p:nvSpPr>
        <p:spPr>
          <a:xfrm>
            <a:off x="10011833" y="6226628"/>
            <a:ext cx="1560304" cy="631372"/>
          </a:xfrm>
        </p:spPr>
        <p:txBody>
          <a:bodyPr/>
          <a:lstStyle/>
          <a:p>
            <a:fld id="{FCB1BC7D-EE8F-4610-B748-33D1F9065B77}" type="datetime1">
              <a:rPr lang="en-US" smtClean="0"/>
              <a:pPr/>
              <a:t>23-Nov-25</a:t>
            </a:fld>
            <a:endParaRPr lang="en-US" dirty="0"/>
          </a:p>
        </p:txBody>
      </p:sp>
      <p:sp>
        <p:nvSpPr>
          <p:cNvPr id="5" name="Slide Number Placeholder 4">
            <a:extLst>
              <a:ext uri="{FF2B5EF4-FFF2-40B4-BE49-F238E27FC236}">
                <a16:creationId xmlns:a16="http://schemas.microsoft.com/office/drawing/2014/main" id="{511D134F-4AA5-8D65-F269-E8A1D90CBFCC}"/>
              </a:ext>
            </a:extLst>
          </p:cNvPr>
          <p:cNvSpPr>
            <a:spLocks noGrp="1"/>
          </p:cNvSpPr>
          <p:nvPr>
            <p:ph type="sldNum" sz="quarter" idx="4"/>
          </p:nvPr>
        </p:nvSpPr>
        <p:spPr>
          <a:xfrm>
            <a:off x="11572137" y="6226628"/>
            <a:ext cx="630748" cy="631372"/>
          </a:xfrm>
        </p:spPr>
        <p:txBody>
          <a:bodyPr/>
          <a:lstStyle/>
          <a:p>
            <a:fld id="{294A09A9-5501-47C1-A89A-A340965A2BE2}" type="slidenum">
              <a:rPr lang="en-US" smtClean="0"/>
              <a:pPr/>
              <a:t>26</a:t>
            </a:fld>
            <a:endParaRPr lang="en-US" dirty="0"/>
          </a:p>
        </p:txBody>
      </p:sp>
      <p:sp>
        <p:nvSpPr>
          <p:cNvPr id="6" name="TextBox 5">
            <a:extLst>
              <a:ext uri="{FF2B5EF4-FFF2-40B4-BE49-F238E27FC236}">
                <a16:creationId xmlns:a16="http://schemas.microsoft.com/office/drawing/2014/main" id="{B9FB18EC-4F63-46C7-929B-389843E3DCC5}"/>
              </a:ext>
            </a:extLst>
          </p:cNvPr>
          <p:cNvSpPr txBox="1"/>
          <p:nvPr/>
        </p:nvSpPr>
        <p:spPr>
          <a:xfrm>
            <a:off x="7664823" y="1775012"/>
            <a:ext cx="3164541" cy="1077218"/>
          </a:xfrm>
          <a:prstGeom prst="rect">
            <a:avLst/>
          </a:prstGeom>
          <a:noFill/>
        </p:spPr>
        <p:txBody>
          <a:bodyPr wrap="square" rtlCol="0">
            <a:spAutoFit/>
          </a:bodyPr>
          <a:lstStyle/>
          <a:p>
            <a:r>
              <a:rPr lang="en-US" dirty="0"/>
              <a:t>Project Video Link:</a:t>
            </a:r>
          </a:p>
          <a:p>
            <a:endParaRPr lang="en-US" dirty="0"/>
          </a:p>
          <a:p>
            <a:r>
              <a:rPr lang="en-US" sz="1400" dirty="0">
                <a:hlinkClick r:id="rId3"/>
              </a:rPr>
              <a:t>https://www.loom.com/share/6ae6fa92287f421791836f10e38d076f</a:t>
            </a:r>
            <a:endParaRPr lang="en-US" sz="1400" dirty="0"/>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Custom">
  <a:themeElements>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fontScheme name="Custom 74">
      <a:majorFont>
        <a:latin typeface="Jumble"/>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596226_Win32_SL_V6" id="{D9DA734B-CC3F-4DBB-B6FE-0BB140309365}" vid="{69AD8D68-423B-4DFD-8A07-EF38EEF8EB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ppt/theme/themeOverride2.xml><?xml version="1.0" encoding="utf-8"?>
<a:themeOverride xmlns:a="http://schemas.openxmlformats.org/drawingml/2006/main">
  <a:clrScheme name="Custom 89">
    <a:dk1>
      <a:sysClr val="windowText" lastClr="000000"/>
    </a:dk1>
    <a:lt1>
      <a:sysClr val="window" lastClr="FFFFFF"/>
    </a:lt1>
    <a:dk2>
      <a:srgbClr val="212745"/>
    </a:dk2>
    <a:lt2>
      <a:srgbClr val="B4DCFA"/>
    </a:lt2>
    <a:accent1>
      <a:srgbClr val="8698DA"/>
    </a:accent1>
    <a:accent2>
      <a:srgbClr val="9EE0F8"/>
    </a:accent2>
    <a:accent3>
      <a:srgbClr val="C1F088"/>
    </a:accent3>
    <a:accent4>
      <a:srgbClr val="A4E4D2"/>
    </a:accent4>
    <a:accent5>
      <a:srgbClr val="FFBF8F"/>
    </a:accent5>
    <a:accent6>
      <a:srgbClr val="FABBB0"/>
    </a:accent6>
    <a:hlink>
      <a:srgbClr val="56C7AA"/>
    </a:hlink>
    <a:folHlink>
      <a:srgbClr val="59A8D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7093E94-C176-4FB3-93BB-02AEE1FEC2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5A16D6-EDBE-419D-AF8F-74F00E41AFB5}">
  <ds:schemaRefs>
    <ds:schemaRef ds:uri="http://schemas.microsoft.com/sharepoint/v3/contenttype/forms"/>
  </ds:schemaRefs>
</ds:datastoreItem>
</file>

<file path=customXml/itemProps3.xml><?xml version="1.0" encoding="utf-8"?>
<ds:datastoreItem xmlns:ds="http://schemas.openxmlformats.org/officeDocument/2006/customXml" ds:itemID="{25BF1A99-35F0-4B73-B737-B4DCDCD8CA5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Fluorescent presentation</Template>
  <TotalTime>1144</TotalTime>
  <Words>1889</Words>
  <Application>Microsoft Office PowerPoint</Application>
  <PresentationFormat>Widescreen</PresentationFormat>
  <Paragraphs>281</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Aptos</vt:lpstr>
      <vt:lpstr>Arial</vt:lpstr>
      <vt:lpstr>Calibri</vt:lpstr>
      <vt:lpstr>Century Gothic</vt:lpstr>
      <vt:lpstr>Jumble</vt:lpstr>
      <vt:lpstr>Times New Roman</vt:lpstr>
      <vt:lpstr>Custom</vt:lpstr>
      <vt:lpstr>Analysis of Walmart Stores Sales Using MySQL Techniques</vt:lpstr>
      <vt:lpstr>Introduction:</vt:lpstr>
      <vt:lpstr>Business Problem</vt:lpstr>
      <vt:lpstr>PowerPoint Presentation</vt:lpstr>
      <vt:lpstr>Task 1: Identifying the Top Branch by Sales Growth Rate</vt:lpstr>
      <vt:lpstr>PowerPoint Presentation</vt:lpstr>
      <vt:lpstr>PowerPoint Presentation</vt:lpstr>
      <vt:lpstr>Task 1(Figures)</vt:lpstr>
      <vt:lpstr>Task 2: Finding the Most Profitable Product Line for Each Branch</vt:lpstr>
      <vt:lpstr>Task 2(Visual Representation)</vt:lpstr>
      <vt:lpstr>Task 3: Analyzing Customer Segmentation Based on Spending</vt:lpstr>
      <vt:lpstr>Task 4: Detecting Anomalies in Sales Transactions</vt:lpstr>
      <vt:lpstr>PowerPoint Presentation</vt:lpstr>
      <vt:lpstr>Task 5: Most Popular Payment Method by City</vt:lpstr>
      <vt:lpstr>Task 5(Visual Representation)</vt:lpstr>
      <vt:lpstr>Task 6: Monthly Sales Distribution by Gender</vt:lpstr>
      <vt:lpstr>Task 6(Visual Representation)</vt:lpstr>
      <vt:lpstr>Task 7: Best Product Line by Customer Type</vt:lpstr>
      <vt:lpstr>Task 7(Visual Representation And Screenshot)</vt:lpstr>
      <vt:lpstr>Task 8: Identifying Repeat Customers</vt:lpstr>
      <vt:lpstr>PowerPoint Presentation</vt:lpstr>
      <vt:lpstr>Task 9: Finding Top 5 Customers by Sales Volume</vt:lpstr>
      <vt:lpstr>Task 10: Analyzing Sales Trends by Day of the Week</vt:lpstr>
      <vt:lpstr>Task 10(Visual Representation)</vt:lpstr>
      <vt:lpstr>KEY INSIGHTS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Adarsh JS</dc:creator>
  <cp:lastModifiedBy>Adarsh JS</cp:lastModifiedBy>
  <cp:revision>38</cp:revision>
  <dcterms:created xsi:type="dcterms:W3CDTF">2025-11-22T16:00:00Z</dcterms:created>
  <dcterms:modified xsi:type="dcterms:W3CDTF">2025-11-23T13:46:57Z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